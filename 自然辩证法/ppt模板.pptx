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96" r:id="rId3"/>
    <p:sldId id="453" r:id="rId5"/>
    <p:sldId id="454" r:id="rId6"/>
    <p:sldId id="455" r:id="rId7"/>
    <p:sldId id="457" r:id="rId8"/>
  </p:sldIdLst>
  <p:sldSz cx="12192000" cy="6858000"/>
  <p:notesSz cx="6858000" cy="9144000"/>
  <p:custDataLst>
    <p:tags r:id="rId12"/>
  </p:custDataLst>
  <p:defaultTextStyle>
    <a:defPPr>
      <a:defRPr lang="zh-CN"/>
    </a:defPPr>
    <a:lvl1pPr marL="0" algn="l" defTabSz="914400" rtl="0" eaLnBrk="1" latinLnBrk="0" hangingPunct="1">
      <a:defRPr sz="1865" kern="1200">
        <a:solidFill>
          <a:schemeClr val="tx1"/>
        </a:solidFill>
        <a:latin typeface="+mn-lt"/>
        <a:ea typeface="+mn-ea"/>
        <a:cs typeface="+mn-cs"/>
      </a:defRPr>
    </a:lvl1pPr>
    <a:lvl2pPr marL="457200" algn="l" defTabSz="914400" rtl="0" eaLnBrk="1" latinLnBrk="0" hangingPunct="1">
      <a:defRPr sz="1865" kern="1200">
        <a:solidFill>
          <a:schemeClr val="tx1"/>
        </a:solidFill>
        <a:latin typeface="+mn-lt"/>
        <a:ea typeface="+mn-ea"/>
        <a:cs typeface="+mn-cs"/>
      </a:defRPr>
    </a:lvl2pPr>
    <a:lvl3pPr marL="914400" algn="l" defTabSz="914400" rtl="0" eaLnBrk="1" latinLnBrk="0" hangingPunct="1">
      <a:defRPr sz="1865" kern="1200">
        <a:solidFill>
          <a:schemeClr val="tx1"/>
        </a:solidFill>
        <a:latin typeface="+mn-lt"/>
        <a:ea typeface="+mn-ea"/>
        <a:cs typeface="+mn-cs"/>
      </a:defRPr>
    </a:lvl3pPr>
    <a:lvl4pPr marL="1371600" algn="l" defTabSz="914400" rtl="0" eaLnBrk="1" latinLnBrk="0" hangingPunct="1">
      <a:defRPr sz="1865" kern="1200">
        <a:solidFill>
          <a:schemeClr val="tx1"/>
        </a:solidFill>
        <a:latin typeface="+mn-lt"/>
        <a:ea typeface="+mn-ea"/>
        <a:cs typeface="+mn-cs"/>
      </a:defRPr>
    </a:lvl4pPr>
    <a:lvl5pPr marL="1828800" algn="l" defTabSz="914400" rtl="0" eaLnBrk="1" latinLnBrk="0" hangingPunct="1">
      <a:defRPr sz="1865" kern="1200">
        <a:solidFill>
          <a:schemeClr val="tx1"/>
        </a:solidFill>
        <a:latin typeface="+mn-lt"/>
        <a:ea typeface="+mn-ea"/>
        <a:cs typeface="+mn-cs"/>
      </a:defRPr>
    </a:lvl5pPr>
    <a:lvl6pPr marL="2286000" algn="l" defTabSz="914400" rtl="0" eaLnBrk="1" latinLnBrk="0" hangingPunct="1">
      <a:defRPr sz="1865" kern="1200">
        <a:solidFill>
          <a:schemeClr val="tx1"/>
        </a:solidFill>
        <a:latin typeface="+mn-lt"/>
        <a:ea typeface="+mn-ea"/>
        <a:cs typeface="+mn-cs"/>
      </a:defRPr>
    </a:lvl6pPr>
    <a:lvl7pPr marL="2743200" algn="l" defTabSz="914400" rtl="0" eaLnBrk="1" latinLnBrk="0" hangingPunct="1">
      <a:defRPr sz="1865" kern="1200">
        <a:solidFill>
          <a:schemeClr val="tx1"/>
        </a:solidFill>
        <a:latin typeface="+mn-lt"/>
        <a:ea typeface="+mn-ea"/>
        <a:cs typeface="+mn-cs"/>
      </a:defRPr>
    </a:lvl7pPr>
    <a:lvl8pPr marL="3200400" algn="l" defTabSz="914400" rtl="0" eaLnBrk="1" latinLnBrk="0" hangingPunct="1">
      <a:defRPr sz="1865" kern="1200">
        <a:solidFill>
          <a:schemeClr val="tx1"/>
        </a:solidFill>
        <a:latin typeface="+mn-lt"/>
        <a:ea typeface="+mn-ea"/>
        <a:cs typeface="+mn-cs"/>
      </a:defRPr>
    </a:lvl8pPr>
    <a:lvl9pPr marL="3657600" algn="l" defTabSz="914400" rtl="0" eaLnBrk="1" latinLnBrk="0" hangingPunct="1">
      <a:defRPr sz="1865"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787" userDrawn="1">
          <p15:clr>
            <a:srgbClr val="A4A3A4"/>
          </p15:clr>
        </p15:guide>
        <p15:guide id="2" pos="644" userDrawn="1">
          <p15:clr>
            <a:srgbClr val="A4A3A4"/>
          </p15:clr>
        </p15:guide>
        <p15:guide id="3" pos="9596" userDrawn="1">
          <p15:clr>
            <a:srgbClr val="A4A3A4"/>
          </p15:clr>
        </p15:guide>
        <p15:guide id="4" orient="horz" pos="4876" userDrawn="1">
          <p15:clr>
            <a:srgbClr val="A4A3A4"/>
          </p15:clr>
        </p15:guide>
        <p15:guide id="5" orient="horz" pos="1296" userDrawn="1">
          <p15:clr>
            <a:srgbClr val="A4A3A4"/>
          </p15:clr>
        </p15:guide>
        <p15:guide id="6" orient="horz" pos="208" userDrawn="1">
          <p15:clr>
            <a:srgbClr val="A4A3A4"/>
          </p15:clr>
        </p15:guide>
        <p15:guide id="7" orient="horz" pos="5480" userDrawn="1">
          <p15:clr>
            <a:srgbClr val="A4A3A4"/>
          </p15:clr>
        </p15:guide>
        <p15:guide id="8" pos="5120" userDrawn="1">
          <p15:clr>
            <a:srgbClr val="A4A3A4"/>
          </p15:clr>
        </p15:guide>
        <p15:guide id="9" orient="horz" pos="2679" userDrawn="1">
          <p15:clr>
            <a:srgbClr val="A4A3A4"/>
          </p15:clr>
        </p15:guide>
        <p15:guide id="11" orient="horz" pos="3908" userDrawn="1">
          <p15:clr>
            <a:srgbClr val="A4A3A4"/>
          </p15:clr>
        </p15:guide>
        <p15:guide id="12" orient="horz" pos="2834" userDrawn="1">
          <p15:clr>
            <a:srgbClr val="A4A3A4"/>
          </p15:clr>
        </p15:guide>
        <p15:guide id="13" orient="horz" pos="3657" userDrawn="1">
          <p15:clr>
            <a:srgbClr val="A4A3A4"/>
          </p15:clr>
        </p15:guide>
        <p15:guide id="14" orient="horz" pos="1027" userDrawn="1">
          <p15:clr>
            <a:srgbClr val="A4A3A4"/>
          </p15:clr>
        </p15:guide>
        <p15:guide id="15" orient="horz" pos="4114" userDrawn="1">
          <p15:clr>
            <a:srgbClr val="A4A3A4"/>
          </p15:clr>
        </p15:guide>
        <p15:guide id="16" orient="horz" pos="0" userDrawn="1">
          <p15:clr>
            <a:srgbClr val="A4A3A4"/>
          </p15:clr>
        </p15:guide>
        <p15:guide id="17" orient="horz" pos="2936" userDrawn="1">
          <p15:clr>
            <a:srgbClr val="A4A3A4"/>
          </p15:clr>
        </p15:guide>
        <p15:guide id="18" pos="459" userDrawn="1">
          <p15:clr>
            <a:srgbClr val="A4A3A4"/>
          </p15:clr>
        </p15:guide>
        <p15:guide id="19" pos="7197" userDrawn="1">
          <p15:clr>
            <a:srgbClr val="A4A3A4"/>
          </p15:clr>
        </p15:guide>
        <p15:guide id="20"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BAA"/>
    <a:srgbClr val="1E9C87"/>
    <a:srgbClr val="333333"/>
    <a:srgbClr val="42C687"/>
    <a:srgbClr val="4D4D4D"/>
    <a:srgbClr val="7F7F7F"/>
    <a:srgbClr val="525252"/>
    <a:srgbClr val="274145"/>
    <a:srgbClr val="203B3C"/>
    <a:srgbClr val="1F38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976" autoAdjust="0"/>
    <p:restoredTop sz="95028" autoAdjust="0"/>
  </p:normalViewPr>
  <p:slideViewPr>
    <p:cSldViewPr snapToGrid="0" showGuides="1">
      <p:cViewPr>
        <p:scale>
          <a:sx n="125" d="100"/>
          <a:sy n="125" d="100"/>
        </p:scale>
        <p:origin x="412" y="948"/>
      </p:cViewPr>
      <p:guideLst>
        <p:guide orient="horz" pos="3787"/>
        <p:guide pos="644"/>
        <p:guide pos="9596"/>
        <p:guide orient="horz" pos="4876"/>
        <p:guide orient="horz" pos="1296"/>
        <p:guide orient="horz" pos="208"/>
        <p:guide orient="horz" pos="5480"/>
        <p:guide pos="5120"/>
        <p:guide orient="horz" pos="2679"/>
        <p:guide orient="horz" pos="3908"/>
        <p:guide orient="horz" pos="2834"/>
        <p:guide orient="horz" pos="3657"/>
        <p:guide orient="horz" pos="1027"/>
        <p:guide orient="horz" pos="4114"/>
        <p:guide orient="horz"/>
        <p:guide orient="horz" pos="2936"/>
        <p:guide pos="459"/>
        <p:guide pos="7197"/>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gs" Target="tags/tag67.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A699EB-6B6F-4303-84E5-698CBBF28AE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1D5E53-1996-4A18-8378-BCF5C8046DA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1D5E53-1996-4A18-8378-BCF5C8046DA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927DC7C-EA85-41EA-BE8E-3BC04B9579C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927DC7C-EA85-41EA-BE8E-3BC04B9579C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927DC7C-EA85-41EA-BE8E-3BC04B9579C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DA96E64-783D-463C-BA44-F5AF67B4648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8C676CA-DACA-4216-AE75-62203F8377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4DA96E64-783D-463C-BA44-F5AF67B4648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8C676CA-DACA-4216-AE75-62203F8377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4DA96E64-783D-463C-BA44-F5AF67B4648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8C676CA-DACA-4216-AE75-62203F8377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4DA96E64-783D-463C-BA44-F5AF67B4648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8C676CA-DACA-4216-AE75-62203F8377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4DA96E64-783D-463C-BA44-F5AF67B46485}"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8C676CA-DACA-4216-AE75-62203F8377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DA96E64-783D-463C-BA44-F5AF67B46485}"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8C676CA-DACA-4216-AE75-62203F8377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A96E64-783D-463C-BA44-F5AF67B46485}"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8C676CA-DACA-4216-AE75-62203F8377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4DA96E64-783D-463C-BA44-F5AF67B4648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8C676CA-DACA-4216-AE75-62203F8377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4DA96E64-783D-463C-BA44-F5AF67B4648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8C676CA-DACA-4216-AE75-62203F8377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4DA96E64-783D-463C-BA44-F5AF67B4648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8C676CA-DACA-4216-AE75-62203F8377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4DA96E64-783D-463C-BA44-F5AF67B4648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8C676CA-DACA-4216-AE75-62203F8377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82" name="矩形 81"/>
          <p:cNvSpPr/>
          <p:nvPr userDrawn="1"/>
        </p:nvSpPr>
        <p:spPr>
          <a:xfrm>
            <a:off x="0" y="0"/>
            <a:ext cx="12192000" cy="68580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userDrawn="1"/>
        </p:nvGrpSpPr>
        <p:grpSpPr>
          <a:xfrm>
            <a:off x="228861" y="589281"/>
            <a:ext cx="5280739" cy="4394125"/>
            <a:chOff x="364868" y="808975"/>
            <a:chExt cx="3960554" cy="3295594"/>
          </a:xfrm>
          <a:solidFill>
            <a:schemeClr val="bg1">
              <a:lumMod val="75000"/>
            </a:schemeClr>
          </a:solidFill>
        </p:grpSpPr>
        <p:cxnSp>
          <p:nvCxnSpPr>
            <p:cNvPr id="5" name="直接连接符 4"/>
            <p:cNvCxnSpPr/>
            <p:nvPr/>
          </p:nvCxnSpPr>
          <p:spPr>
            <a:xfrm flipH="1" flipV="1">
              <a:off x="2927555" y="907026"/>
              <a:ext cx="1397866" cy="1538224"/>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H="1" flipV="1">
              <a:off x="729574" y="813831"/>
              <a:ext cx="3595848" cy="1631421"/>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2510393" y="2445250"/>
              <a:ext cx="1815029" cy="679417"/>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flipV="1">
              <a:off x="2519421" y="3124668"/>
              <a:ext cx="377194" cy="979901"/>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510021" y="2607558"/>
              <a:ext cx="999218" cy="510104"/>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2510394" y="1284270"/>
              <a:ext cx="1044464" cy="1833392"/>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1513700" y="907026"/>
              <a:ext cx="1410543" cy="1700534"/>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1513700" y="1757293"/>
              <a:ext cx="1775189" cy="850268"/>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flipV="1">
              <a:off x="2374660" y="1568721"/>
              <a:ext cx="1176886" cy="805371"/>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V="1">
              <a:off x="1518314" y="2374094"/>
              <a:ext cx="2033232" cy="241238"/>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1510022" y="2607560"/>
              <a:ext cx="1383876" cy="1491801"/>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513518" y="2609903"/>
              <a:ext cx="182" cy="802348"/>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689566" y="2615332"/>
              <a:ext cx="824133" cy="714336"/>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flipV="1">
              <a:off x="1513701" y="3407568"/>
              <a:ext cx="1377823" cy="691793"/>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689565" y="3331727"/>
              <a:ext cx="827447" cy="78465"/>
            </a:xfrm>
            <a:prstGeom prst="line">
              <a:avLst/>
            </a:prstGeom>
            <a:grpFill/>
            <a:ln w="12700">
              <a:solidFill>
                <a:srgbClr val="4D4D4D"/>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195244" y="1376069"/>
              <a:ext cx="1176104" cy="193760"/>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flipV="1">
              <a:off x="726262" y="808975"/>
              <a:ext cx="468982" cy="567094"/>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852799" y="1378128"/>
              <a:ext cx="342445" cy="1169342"/>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52800" y="1572383"/>
              <a:ext cx="1518548" cy="975087"/>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558170" y="1296582"/>
              <a:ext cx="760176" cy="1148667"/>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845312" y="1623657"/>
              <a:ext cx="53072" cy="923813"/>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flipV="1">
              <a:off x="729514" y="813833"/>
              <a:ext cx="167614" cy="809824"/>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364868" y="1568721"/>
              <a:ext cx="479291" cy="990619"/>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368907" y="813831"/>
              <a:ext cx="351479" cy="754890"/>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9" name="椭圆 28"/>
          <p:cNvSpPr/>
          <p:nvPr userDrawn="1"/>
        </p:nvSpPr>
        <p:spPr>
          <a:xfrm>
            <a:off x="4034613" y="1793094"/>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
        <p:nvSpPr>
          <p:cNvPr id="30" name="椭圆 29"/>
          <p:cNvSpPr/>
          <p:nvPr userDrawn="1"/>
        </p:nvSpPr>
        <p:spPr>
          <a:xfrm>
            <a:off x="3035533" y="3598451"/>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
        <p:nvSpPr>
          <p:cNvPr id="31" name="椭圆 30"/>
          <p:cNvSpPr/>
          <p:nvPr userDrawn="1"/>
        </p:nvSpPr>
        <p:spPr>
          <a:xfrm>
            <a:off x="1676950" y="3985571"/>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
        <p:nvSpPr>
          <p:cNvPr id="32" name="椭圆 31"/>
          <p:cNvSpPr/>
          <p:nvPr userDrawn="1"/>
        </p:nvSpPr>
        <p:spPr>
          <a:xfrm>
            <a:off x="2855172" y="1520364"/>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
        <p:nvSpPr>
          <p:cNvPr id="33" name="椭圆 32"/>
          <p:cNvSpPr/>
          <p:nvPr userDrawn="1"/>
        </p:nvSpPr>
        <p:spPr>
          <a:xfrm>
            <a:off x="798700" y="2818238"/>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
        <p:nvSpPr>
          <p:cNvPr id="34" name="椭圆 33"/>
          <p:cNvSpPr/>
          <p:nvPr userDrawn="1"/>
        </p:nvSpPr>
        <p:spPr>
          <a:xfrm>
            <a:off x="4413109" y="1157132"/>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
        <p:nvSpPr>
          <p:cNvPr id="35" name="椭圆 34"/>
          <p:cNvSpPr/>
          <p:nvPr userDrawn="1"/>
        </p:nvSpPr>
        <p:spPr>
          <a:xfrm>
            <a:off x="4413109" y="2600234"/>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
        <p:nvSpPr>
          <p:cNvPr id="36" name="椭圆 35"/>
          <p:cNvSpPr/>
          <p:nvPr userDrawn="1"/>
        </p:nvSpPr>
        <p:spPr>
          <a:xfrm>
            <a:off x="3519801" y="4907906"/>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
        <p:nvSpPr>
          <p:cNvPr id="37" name="椭圆 36"/>
          <p:cNvSpPr/>
          <p:nvPr userDrawn="1"/>
        </p:nvSpPr>
        <p:spPr>
          <a:xfrm>
            <a:off x="1685561" y="2937774"/>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
        <p:nvSpPr>
          <p:cNvPr id="38" name="椭圆 37"/>
          <p:cNvSpPr/>
          <p:nvPr userDrawn="1"/>
        </p:nvSpPr>
        <p:spPr>
          <a:xfrm>
            <a:off x="1266413" y="1264165"/>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grpSp>
        <p:nvGrpSpPr>
          <p:cNvPr id="39" name="组合 38"/>
          <p:cNvGrpSpPr/>
          <p:nvPr userDrawn="1"/>
        </p:nvGrpSpPr>
        <p:grpSpPr>
          <a:xfrm rot="21284997">
            <a:off x="6528133" y="862699"/>
            <a:ext cx="5418293" cy="4188447"/>
            <a:chOff x="4461155" y="913244"/>
            <a:chExt cx="4063720" cy="3141335"/>
          </a:xfrm>
          <a:solidFill>
            <a:schemeClr val="bg1">
              <a:lumMod val="75000"/>
            </a:schemeClr>
          </a:solidFill>
        </p:grpSpPr>
        <p:cxnSp>
          <p:nvCxnSpPr>
            <p:cNvPr id="40" name="直接连接符 39"/>
            <p:cNvCxnSpPr/>
            <p:nvPr/>
          </p:nvCxnSpPr>
          <p:spPr>
            <a:xfrm rot="315003" flipV="1">
              <a:off x="4490296" y="1424324"/>
              <a:ext cx="600449" cy="664467"/>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rot="315003" flipV="1">
              <a:off x="4493372" y="1357235"/>
              <a:ext cx="1241478" cy="761090"/>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rot="315003" flipV="1">
              <a:off x="5123462" y="1389739"/>
              <a:ext cx="641137" cy="93040"/>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4461155" y="2059927"/>
              <a:ext cx="725227" cy="514527"/>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rot="315003" flipV="1">
              <a:off x="5240240" y="1399764"/>
              <a:ext cx="466169" cy="1198532"/>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rot="315003" flipV="1">
              <a:off x="5224504" y="1742943"/>
              <a:ext cx="818000" cy="870764"/>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V="1">
              <a:off x="5186380" y="1971406"/>
              <a:ext cx="1662094" cy="603049"/>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rot="315003">
              <a:off x="6832872" y="2012629"/>
              <a:ext cx="995331" cy="364285"/>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5186379" y="2587094"/>
              <a:ext cx="1809734" cy="847974"/>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rot="315003" flipH="1">
              <a:off x="6078912" y="1936124"/>
              <a:ext cx="682993" cy="1923487"/>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rot="315003" flipH="1">
              <a:off x="6355600" y="2353605"/>
              <a:ext cx="1419941" cy="829230"/>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rot="315003" flipH="1">
              <a:off x="6108764" y="2342289"/>
              <a:ext cx="1690811" cy="316349"/>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6993810" y="2411424"/>
              <a:ext cx="816691" cy="1032529"/>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rot="315003">
              <a:off x="6060889" y="2617640"/>
              <a:ext cx="970398" cy="774657"/>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rot="315003" flipH="1">
              <a:off x="6011937" y="3390029"/>
              <a:ext cx="962408" cy="469662"/>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6993809" y="2494713"/>
              <a:ext cx="1431432" cy="947966"/>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flipV="1">
              <a:off x="6993971" y="3436747"/>
              <a:ext cx="1126647" cy="197041"/>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V="1">
              <a:off x="8120619" y="2493034"/>
              <a:ext cx="304622" cy="1139250"/>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flipV="1">
              <a:off x="8427879" y="2490934"/>
              <a:ext cx="96996" cy="1557191"/>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flipV="1">
              <a:off x="8117981" y="3632284"/>
              <a:ext cx="406894" cy="415841"/>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flipV="1">
              <a:off x="6491288" y="4047373"/>
              <a:ext cx="2033587" cy="752"/>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6488650" y="3445227"/>
              <a:ext cx="505160" cy="609352"/>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rot="315003" flipV="1">
              <a:off x="6101898" y="1626704"/>
              <a:ext cx="1701639" cy="230222"/>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V="1">
              <a:off x="7808196" y="1713391"/>
              <a:ext cx="1" cy="701788"/>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V="1">
              <a:off x="7808196" y="987298"/>
              <a:ext cx="615995" cy="717742"/>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rot="315003" flipV="1">
              <a:off x="6898138" y="913244"/>
              <a:ext cx="1478761" cy="1124456"/>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rot="315003" flipV="1">
              <a:off x="5073633" y="1451418"/>
              <a:ext cx="7620" cy="1010625"/>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rot="315003">
              <a:off x="5750441" y="1440163"/>
              <a:ext cx="364845" cy="330899"/>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rot="315003">
              <a:off x="6070728" y="1814421"/>
              <a:ext cx="785918" cy="121371"/>
            </a:xfrm>
            <a:prstGeom prst="line">
              <a:avLst/>
            </a:prstGeom>
            <a:grpFill/>
            <a:ln w="12700">
              <a:solidFill>
                <a:srgbClr val="4D4D4D"/>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70" name="椭圆 69"/>
          <p:cNvSpPr/>
          <p:nvPr userDrawn="1"/>
        </p:nvSpPr>
        <p:spPr>
          <a:xfrm rot="21284997">
            <a:off x="7220800" y="1688560"/>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
        <p:nvSpPr>
          <p:cNvPr id="71" name="椭圆 70"/>
          <p:cNvSpPr/>
          <p:nvPr userDrawn="1"/>
        </p:nvSpPr>
        <p:spPr>
          <a:xfrm rot="21284997">
            <a:off x="9582388" y="2154272"/>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
        <p:nvSpPr>
          <p:cNvPr id="72" name="椭圆 71"/>
          <p:cNvSpPr/>
          <p:nvPr userDrawn="1"/>
        </p:nvSpPr>
        <p:spPr>
          <a:xfrm rot="21284997">
            <a:off x="8675227" y="4711143"/>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
        <p:nvSpPr>
          <p:cNvPr id="73" name="椭圆 72"/>
          <p:cNvSpPr/>
          <p:nvPr userDrawn="1"/>
        </p:nvSpPr>
        <p:spPr>
          <a:xfrm rot="21284997">
            <a:off x="11470288" y="4214769"/>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
        <p:nvSpPr>
          <p:cNvPr id="74" name="椭圆 73"/>
          <p:cNvSpPr/>
          <p:nvPr userDrawn="1"/>
        </p:nvSpPr>
        <p:spPr>
          <a:xfrm rot="21284997">
            <a:off x="10813593" y="1699690"/>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
        <p:nvSpPr>
          <p:cNvPr id="75" name="椭圆 74"/>
          <p:cNvSpPr/>
          <p:nvPr userDrawn="1"/>
        </p:nvSpPr>
        <p:spPr>
          <a:xfrm rot="21284997">
            <a:off x="8074277" y="1573608"/>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
        <p:nvSpPr>
          <p:cNvPr id="76" name="椭圆 75"/>
          <p:cNvSpPr/>
          <p:nvPr userDrawn="1"/>
        </p:nvSpPr>
        <p:spPr>
          <a:xfrm rot="21284997">
            <a:off x="7450423" y="3158227"/>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
        <p:nvSpPr>
          <p:cNvPr id="77" name="椭圆 76"/>
          <p:cNvSpPr/>
          <p:nvPr userDrawn="1"/>
        </p:nvSpPr>
        <p:spPr>
          <a:xfrm rot="21284997">
            <a:off x="8663041" y="3065119"/>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
        <p:nvSpPr>
          <p:cNvPr id="78" name="椭圆 77"/>
          <p:cNvSpPr/>
          <p:nvPr userDrawn="1"/>
        </p:nvSpPr>
        <p:spPr>
          <a:xfrm rot="21284997">
            <a:off x="9956770" y="4086714"/>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
        <p:nvSpPr>
          <p:cNvPr id="79" name="椭圆 78"/>
          <p:cNvSpPr/>
          <p:nvPr userDrawn="1"/>
        </p:nvSpPr>
        <p:spPr>
          <a:xfrm rot="21284997">
            <a:off x="11733272" y="2676356"/>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
        <p:nvSpPr>
          <p:cNvPr id="80" name="椭圆 79"/>
          <p:cNvSpPr/>
          <p:nvPr userDrawn="1"/>
        </p:nvSpPr>
        <p:spPr>
          <a:xfrm rot="21284997">
            <a:off x="10892125" y="2636057"/>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
        <p:nvSpPr>
          <p:cNvPr id="81" name="椭圆 80"/>
          <p:cNvSpPr/>
          <p:nvPr userDrawn="1"/>
        </p:nvSpPr>
        <p:spPr>
          <a:xfrm rot="21284997">
            <a:off x="11543896" y="659819"/>
            <a:ext cx="144000" cy="1440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75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wipe(left)">
                                      <p:cBhvr>
                                        <p:cTn id="10" dur="750"/>
                                        <p:tgtEl>
                                          <p:spTgt spid="39"/>
                                        </p:tgtEl>
                                      </p:cBhvr>
                                    </p:animEffect>
                                  </p:childTnLst>
                                </p:cTn>
                              </p:par>
                              <p:par>
                                <p:cTn id="11" presetID="1" presetClass="entr" presetSubtype="0" fill="hold" grpId="0" nodeType="withEffect">
                                  <p:stCondLst>
                                    <p:cond delay="750"/>
                                  </p:stCondLst>
                                  <p:childTnLst>
                                    <p:set>
                                      <p:cBhvr>
                                        <p:cTn id="12" dur="1" fill="hold">
                                          <p:stCondLst>
                                            <p:cond delay="0"/>
                                          </p:stCondLst>
                                        </p:cTn>
                                        <p:tgtEl>
                                          <p:spTgt spid="70"/>
                                        </p:tgtEl>
                                        <p:attrNameLst>
                                          <p:attrName>style.visibility</p:attrName>
                                        </p:attrNameLst>
                                      </p:cBhvr>
                                      <p:to>
                                        <p:strVal val="visible"/>
                                      </p:to>
                                    </p:set>
                                  </p:childTnLst>
                                </p:cTn>
                              </p:par>
                              <p:par>
                                <p:cTn id="13" presetID="1" presetClass="entr" presetSubtype="0" fill="hold" grpId="0" nodeType="withEffect">
                                  <p:stCondLst>
                                    <p:cond delay="75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850"/>
                                  </p:stCondLst>
                                  <p:childTnLst>
                                    <p:set>
                                      <p:cBhvr>
                                        <p:cTn id="16" dur="1" fill="hold">
                                          <p:stCondLst>
                                            <p:cond delay="0"/>
                                          </p:stCondLst>
                                        </p:cTn>
                                        <p:tgtEl>
                                          <p:spTgt spid="75"/>
                                        </p:tgtEl>
                                        <p:attrNameLst>
                                          <p:attrName>style.visibility</p:attrName>
                                        </p:attrNameLst>
                                      </p:cBhvr>
                                      <p:to>
                                        <p:strVal val="visible"/>
                                      </p:to>
                                    </p:set>
                                  </p:childTnLst>
                                </p:cTn>
                              </p:par>
                              <p:par>
                                <p:cTn id="17" presetID="1" presetClass="entr" presetSubtype="0" fill="hold" grpId="0" nodeType="withEffect">
                                  <p:stCondLst>
                                    <p:cond delay="85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950"/>
                                  </p:stCondLst>
                                  <p:childTnLst>
                                    <p:set>
                                      <p:cBhvr>
                                        <p:cTn id="20" dur="1" fill="hold">
                                          <p:stCondLst>
                                            <p:cond delay="0"/>
                                          </p:stCondLst>
                                        </p:cTn>
                                        <p:tgtEl>
                                          <p:spTgt spid="76"/>
                                        </p:tgtEl>
                                        <p:attrNameLst>
                                          <p:attrName>style.visibility</p:attrName>
                                        </p:attrNameLst>
                                      </p:cBhvr>
                                      <p:to>
                                        <p:strVal val="visible"/>
                                      </p:to>
                                    </p:set>
                                  </p:childTnLst>
                                </p:cTn>
                              </p:par>
                              <p:par>
                                <p:cTn id="21" presetID="1" presetClass="entr" presetSubtype="0" fill="hold" grpId="0" nodeType="withEffect">
                                  <p:stCondLst>
                                    <p:cond delay="95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1050"/>
                                  </p:stCondLst>
                                  <p:childTnLst>
                                    <p:set>
                                      <p:cBhvr>
                                        <p:cTn id="24" dur="1" fill="hold">
                                          <p:stCondLst>
                                            <p:cond delay="0"/>
                                          </p:stCondLst>
                                        </p:cTn>
                                        <p:tgtEl>
                                          <p:spTgt spid="77"/>
                                        </p:tgtEl>
                                        <p:attrNameLst>
                                          <p:attrName>style.visibility</p:attrName>
                                        </p:attrNameLst>
                                      </p:cBhvr>
                                      <p:to>
                                        <p:strVal val="visible"/>
                                      </p:to>
                                    </p:set>
                                  </p:childTnLst>
                                </p:cTn>
                              </p:par>
                              <p:par>
                                <p:cTn id="25" presetID="1" presetClass="entr" presetSubtype="0" fill="hold" grpId="0" nodeType="withEffect">
                                  <p:stCondLst>
                                    <p:cond delay="105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grpId="0" nodeType="withEffect">
                                  <p:stCondLst>
                                    <p:cond delay="1150"/>
                                  </p:stCondLst>
                                  <p:childTnLst>
                                    <p:set>
                                      <p:cBhvr>
                                        <p:cTn id="28" dur="1" fill="hold">
                                          <p:stCondLst>
                                            <p:cond delay="0"/>
                                          </p:stCondLst>
                                        </p:cTn>
                                        <p:tgtEl>
                                          <p:spTgt spid="71"/>
                                        </p:tgtEl>
                                        <p:attrNameLst>
                                          <p:attrName>style.visibility</p:attrName>
                                        </p:attrNameLst>
                                      </p:cBhvr>
                                      <p:to>
                                        <p:strVal val="visible"/>
                                      </p:to>
                                    </p:set>
                                  </p:childTnLst>
                                </p:cTn>
                              </p:par>
                              <p:par>
                                <p:cTn id="29" presetID="1" presetClass="entr" presetSubtype="0" fill="hold" grpId="0" nodeType="withEffect">
                                  <p:stCondLst>
                                    <p:cond delay="1250"/>
                                  </p:stCondLst>
                                  <p:childTnLst>
                                    <p:set>
                                      <p:cBhvr>
                                        <p:cTn id="30" dur="1" fill="hold">
                                          <p:stCondLst>
                                            <p:cond delay="0"/>
                                          </p:stCondLst>
                                        </p:cTn>
                                        <p:tgtEl>
                                          <p:spTgt spid="72"/>
                                        </p:tgtEl>
                                        <p:attrNameLst>
                                          <p:attrName>style.visibility</p:attrName>
                                        </p:attrNameLst>
                                      </p:cBhvr>
                                      <p:to>
                                        <p:strVal val="visible"/>
                                      </p:to>
                                    </p:set>
                                  </p:childTnLst>
                                </p:cTn>
                              </p:par>
                              <p:par>
                                <p:cTn id="31" presetID="1" presetClass="entr" presetSubtype="0" fill="hold" grpId="0" nodeType="withEffect">
                                  <p:stCondLst>
                                    <p:cond delay="125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1350"/>
                                  </p:stCondLst>
                                  <p:childTnLst>
                                    <p:set>
                                      <p:cBhvr>
                                        <p:cTn id="34" dur="1" fill="hold">
                                          <p:stCondLst>
                                            <p:cond delay="0"/>
                                          </p:stCondLst>
                                        </p:cTn>
                                        <p:tgtEl>
                                          <p:spTgt spid="78"/>
                                        </p:tgtEl>
                                        <p:attrNameLst>
                                          <p:attrName>style.visibility</p:attrName>
                                        </p:attrNameLst>
                                      </p:cBhvr>
                                      <p:to>
                                        <p:strVal val="visible"/>
                                      </p:to>
                                    </p:set>
                                  </p:childTnLst>
                                </p:cTn>
                              </p:par>
                              <p:par>
                                <p:cTn id="35" presetID="1" presetClass="entr" presetSubtype="0" fill="hold" grpId="0" nodeType="withEffect">
                                  <p:stCondLst>
                                    <p:cond delay="135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1450"/>
                                  </p:stCondLst>
                                  <p:childTnLst>
                                    <p:set>
                                      <p:cBhvr>
                                        <p:cTn id="38" dur="1" fill="hold">
                                          <p:stCondLst>
                                            <p:cond delay="0"/>
                                          </p:stCondLst>
                                        </p:cTn>
                                        <p:tgtEl>
                                          <p:spTgt spid="80"/>
                                        </p:tgtEl>
                                        <p:attrNameLst>
                                          <p:attrName>style.visibility</p:attrName>
                                        </p:attrNameLst>
                                      </p:cBhvr>
                                      <p:to>
                                        <p:strVal val="visible"/>
                                      </p:to>
                                    </p:set>
                                  </p:childTnLst>
                                </p:cTn>
                              </p:par>
                              <p:par>
                                <p:cTn id="39" presetID="1" presetClass="entr" presetSubtype="0" fill="hold" grpId="0" nodeType="withEffect">
                                  <p:stCondLst>
                                    <p:cond delay="145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grpId="0" nodeType="withEffect">
                                  <p:stCondLst>
                                    <p:cond delay="1550"/>
                                  </p:stCondLst>
                                  <p:childTnLst>
                                    <p:set>
                                      <p:cBhvr>
                                        <p:cTn id="42" dur="1" fill="hold">
                                          <p:stCondLst>
                                            <p:cond delay="0"/>
                                          </p:stCondLst>
                                        </p:cTn>
                                        <p:tgtEl>
                                          <p:spTgt spid="74"/>
                                        </p:tgtEl>
                                        <p:attrNameLst>
                                          <p:attrName>style.visibility</p:attrName>
                                        </p:attrNameLst>
                                      </p:cBhvr>
                                      <p:to>
                                        <p:strVal val="visible"/>
                                      </p:to>
                                    </p:set>
                                  </p:childTnLst>
                                </p:cTn>
                              </p:par>
                              <p:par>
                                <p:cTn id="43" presetID="1" presetClass="entr" presetSubtype="0" fill="hold" grpId="0" nodeType="withEffect">
                                  <p:stCondLst>
                                    <p:cond delay="1550"/>
                                  </p:stCondLst>
                                  <p:childTnLst>
                                    <p:set>
                                      <p:cBhvr>
                                        <p:cTn id="44" dur="1" fill="hold">
                                          <p:stCondLst>
                                            <p:cond delay="0"/>
                                          </p:stCondLst>
                                        </p:cTn>
                                        <p:tgtEl>
                                          <p:spTgt spid="73"/>
                                        </p:tgtEl>
                                        <p:attrNameLst>
                                          <p:attrName>style.visibility</p:attrName>
                                        </p:attrNameLst>
                                      </p:cBhvr>
                                      <p:to>
                                        <p:strVal val="visible"/>
                                      </p:to>
                                    </p:set>
                                  </p:childTnLst>
                                </p:cTn>
                              </p:par>
                              <p:par>
                                <p:cTn id="45" presetID="1" presetClass="entr" presetSubtype="0" fill="hold" grpId="0" nodeType="withEffect">
                                  <p:stCondLst>
                                    <p:cond delay="155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grpId="0" nodeType="withEffect">
                                  <p:stCondLst>
                                    <p:cond delay="1650"/>
                                  </p:stCondLst>
                                  <p:childTnLst>
                                    <p:set>
                                      <p:cBhvr>
                                        <p:cTn id="48" dur="1" fill="hold">
                                          <p:stCondLst>
                                            <p:cond delay="0"/>
                                          </p:stCondLst>
                                        </p:cTn>
                                        <p:tgtEl>
                                          <p:spTgt spid="79"/>
                                        </p:tgtEl>
                                        <p:attrNameLst>
                                          <p:attrName>style.visibility</p:attrName>
                                        </p:attrNameLst>
                                      </p:cBhvr>
                                      <p:to>
                                        <p:strVal val="visible"/>
                                      </p:to>
                                    </p:set>
                                  </p:childTnLst>
                                </p:cTn>
                              </p:par>
                              <p:par>
                                <p:cTn id="49" presetID="1" presetClass="entr" presetSubtype="0" fill="hold" grpId="0" nodeType="withEffect">
                                  <p:stCondLst>
                                    <p:cond delay="1650"/>
                                  </p:stCondLst>
                                  <p:childTnLst>
                                    <p:set>
                                      <p:cBhvr>
                                        <p:cTn id="50" dur="1" fill="hold">
                                          <p:stCondLst>
                                            <p:cond delay="0"/>
                                          </p:stCondLst>
                                        </p:cTn>
                                        <p:tgtEl>
                                          <p:spTgt spid="81"/>
                                        </p:tgtEl>
                                        <p:attrNameLst>
                                          <p:attrName>style.visibility</p:attrName>
                                        </p:attrNameLst>
                                      </p:cBhvr>
                                      <p:to>
                                        <p:strVal val="visible"/>
                                      </p:to>
                                    </p:set>
                                  </p:childTnLst>
                                </p:cTn>
                              </p:par>
                              <p:par>
                                <p:cTn id="51" presetID="1" presetClass="entr" presetSubtype="0" fill="hold" grpId="0" nodeType="withEffect">
                                  <p:stCondLst>
                                    <p:cond delay="1650"/>
                                  </p:stCondLst>
                                  <p:childTnLst>
                                    <p:set>
                                      <p:cBhvr>
                                        <p:cTn id="52" dur="1" fill="hold">
                                          <p:stCondLst>
                                            <p:cond delay="0"/>
                                          </p:stCondLst>
                                        </p:cTn>
                                        <p:tgtEl>
                                          <p:spTgt spid="38"/>
                                        </p:tgtEl>
                                        <p:attrNameLst>
                                          <p:attrName>style.visibility</p:attrName>
                                        </p:attrNameLst>
                                      </p:cBhvr>
                                      <p:to>
                                        <p:strVal val="visible"/>
                                      </p:to>
                                    </p:set>
                                  </p:childTnLst>
                                </p:cTn>
                              </p:par>
                              <p:par>
                                <p:cTn id="53" presetID="1" presetClass="entr" presetSubtype="0" fill="hold" grpId="0" nodeType="withEffect">
                                  <p:stCondLst>
                                    <p:cond delay="1650"/>
                                  </p:stCondLst>
                                  <p:childTnLst>
                                    <p:set>
                                      <p:cBhvr>
                                        <p:cTn id="54" dur="1" fill="hold">
                                          <p:stCondLst>
                                            <p:cond delay="0"/>
                                          </p:stCondLst>
                                        </p:cTn>
                                        <p:tgtEl>
                                          <p:spTgt spid="33"/>
                                        </p:tgtEl>
                                        <p:attrNameLst>
                                          <p:attrName>style.visibility</p:attrName>
                                        </p:attrNameLst>
                                      </p:cBhvr>
                                      <p:to>
                                        <p:strVal val="visible"/>
                                      </p:to>
                                    </p:set>
                                  </p:childTnLst>
                                </p:cTn>
                              </p:par>
                              <p:par>
                                <p:cTn id="55" presetID="26" presetClass="emph" presetSubtype="0" repeatCount="2000" fill="hold" grpId="1" nodeType="withEffect">
                                  <p:stCondLst>
                                    <p:cond delay="1700"/>
                                  </p:stCondLst>
                                  <p:childTnLst>
                                    <p:animEffect transition="out" filter="fade">
                                      <p:cBhvr>
                                        <p:cTn id="56" dur="750" tmFilter="0, 0; .2, .5; .8, .5; 1, 0"/>
                                        <p:tgtEl>
                                          <p:spTgt spid="70"/>
                                        </p:tgtEl>
                                      </p:cBhvr>
                                    </p:animEffect>
                                    <p:animScale>
                                      <p:cBhvr>
                                        <p:cTn id="57" dur="375" autoRev="1" fill="hold"/>
                                        <p:tgtEl>
                                          <p:spTgt spid="70"/>
                                        </p:tgtEl>
                                      </p:cBhvr>
                                      <p:by x="105000" y="105000"/>
                                    </p:animScale>
                                  </p:childTnLst>
                                </p:cTn>
                              </p:par>
                              <p:par>
                                <p:cTn id="58" presetID="26" presetClass="emph" presetSubtype="0" repeatCount="2000" fill="hold" grpId="1" nodeType="withEffect">
                                  <p:stCondLst>
                                    <p:cond delay="1700"/>
                                  </p:stCondLst>
                                  <p:childTnLst>
                                    <p:animEffect transition="out" filter="fade">
                                      <p:cBhvr>
                                        <p:cTn id="59" dur="750" tmFilter="0, 0; .2, .5; .8, .5; 1, 0"/>
                                        <p:tgtEl>
                                          <p:spTgt spid="34"/>
                                        </p:tgtEl>
                                      </p:cBhvr>
                                    </p:animEffect>
                                    <p:animScale>
                                      <p:cBhvr>
                                        <p:cTn id="60" dur="375" autoRev="1" fill="hold"/>
                                        <p:tgtEl>
                                          <p:spTgt spid="34"/>
                                        </p:tgtEl>
                                      </p:cBhvr>
                                      <p:by x="105000" y="105000"/>
                                    </p:animScale>
                                  </p:childTnLst>
                                </p:cTn>
                              </p:par>
                              <p:par>
                                <p:cTn id="61" presetID="26" presetClass="emph" presetSubtype="0" repeatCount="2000" fill="hold" grpId="1" nodeType="withEffect">
                                  <p:stCondLst>
                                    <p:cond delay="1700"/>
                                  </p:stCondLst>
                                  <p:childTnLst>
                                    <p:animEffect transition="out" filter="fade">
                                      <p:cBhvr>
                                        <p:cTn id="62" dur="750" tmFilter="0, 0; .2, .5; .8, .5; 1, 0"/>
                                        <p:tgtEl>
                                          <p:spTgt spid="35"/>
                                        </p:tgtEl>
                                      </p:cBhvr>
                                    </p:animEffect>
                                    <p:animScale>
                                      <p:cBhvr>
                                        <p:cTn id="63" dur="375" autoRev="1" fill="hold"/>
                                        <p:tgtEl>
                                          <p:spTgt spid="35"/>
                                        </p:tgtEl>
                                      </p:cBhvr>
                                      <p:by x="105000" y="105000"/>
                                    </p:animScale>
                                  </p:childTnLst>
                                </p:cTn>
                              </p:par>
                              <p:par>
                                <p:cTn id="64" presetID="26" presetClass="emph" presetSubtype="0" repeatCount="2000" fill="hold" grpId="1" nodeType="withEffect">
                                  <p:stCondLst>
                                    <p:cond delay="1700"/>
                                  </p:stCondLst>
                                  <p:childTnLst>
                                    <p:animEffect transition="out" filter="fade">
                                      <p:cBhvr>
                                        <p:cTn id="65" dur="750" tmFilter="0, 0; .2, .5; .8, .5; 1, 0"/>
                                        <p:tgtEl>
                                          <p:spTgt spid="77"/>
                                        </p:tgtEl>
                                      </p:cBhvr>
                                    </p:animEffect>
                                    <p:animScale>
                                      <p:cBhvr>
                                        <p:cTn id="66" dur="375" autoRev="1" fill="hold"/>
                                        <p:tgtEl>
                                          <p:spTgt spid="77"/>
                                        </p:tgtEl>
                                      </p:cBhvr>
                                      <p:by x="105000" y="105000"/>
                                    </p:animScale>
                                  </p:childTnLst>
                                </p:cTn>
                              </p:par>
                              <p:par>
                                <p:cTn id="67" presetID="26" presetClass="emph" presetSubtype="0" repeatCount="2000" fill="hold" grpId="1" nodeType="withEffect">
                                  <p:stCondLst>
                                    <p:cond delay="1700"/>
                                  </p:stCondLst>
                                  <p:childTnLst>
                                    <p:animEffect transition="out" filter="fade">
                                      <p:cBhvr>
                                        <p:cTn id="68" dur="750" tmFilter="0, 0; .2, .5; .8, .5; 1, 0"/>
                                        <p:tgtEl>
                                          <p:spTgt spid="36"/>
                                        </p:tgtEl>
                                      </p:cBhvr>
                                    </p:animEffect>
                                    <p:animScale>
                                      <p:cBhvr>
                                        <p:cTn id="69" dur="375" autoRev="1" fill="hold"/>
                                        <p:tgtEl>
                                          <p:spTgt spid="36"/>
                                        </p:tgtEl>
                                      </p:cBhvr>
                                      <p:by x="105000" y="105000"/>
                                    </p:animScale>
                                  </p:childTnLst>
                                </p:cTn>
                              </p:par>
                              <p:par>
                                <p:cTn id="70" presetID="26" presetClass="emph" presetSubtype="0" repeatCount="2000" fill="hold" grpId="1" nodeType="withEffect">
                                  <p:stCondLst>
                                    <p:cond delay="1700"/>
                                  </p:stCondLst>
                                  <p:childTnLst>
                                    <p:animEffect transition="out" filter="fade">
                                      <p:cBhvr>
                                        <p:cTn id="71" dur="750" tmFilter="0, 0; .2, .5; .8, .5; 1, 0"/>
                                        <p:tgtEl>
                                          <p:spTgt spid="78"/>
                                        </p:tgtEl>
                                      </p:cBhvr>
                                    </p:animEffect>
                                    <p:animScale>
                                      <p:cBhvr>
                                        <p:cTn id="72" dur="375" autoRev="1" fill="hold"/>
                                        <p:tgtEl>
                                          <p:spTgt spid="78"/>
                                        </p:tgtEl>
                                      </p:cBhvr>
                                      <p:by x="105000" y="105000"/>
                                    </p:animScale>
                                  </p:childTnLst>
                                </p:cTn>
                              </p:par>
                              <p:par>
                                <p:cTn id="73" presetID="26" presetClass="emph" presetSubtype="0" repeatCount="2000" fill="hold" grpId="1" nodeType="withEffect">
                                  <p:stCondLst>
                                    <p:cond delay="1700"/>
                                  </p:stCondLst>
                                  <p:childTnLst>
                                    <p:animEffect transition="out" filter="fade">
                                      <p:cBhvr>
                                        <p:cTn id="74" dur="750" tmFilter="0, 0; .2, .5; .8, .5; 1, 0"/>
                                        <p:tgtEl>
                                          <p:spTgt spid="37"/>
                                        </p:tgtEl>
                                      </p:cBhvr>
                                    </p:animEffect>
                                    <p:animScale>
                                      <p:cBhvr>
                                        <p:cTn id="75" dur="375" autoRev="1" fill="hold"/>
                                        <p:tgtEl>
                                          <p:spTgt spid="37"/>
                                        </p:tgtEl>
                                      </p:cBhvr>
                                      <p:by x="105000" y="105000"/>
                                    </p:animScale>
                                  </p:childTnLst>
                                </p:cTn>
                              </p:par>
                              <p:par>
                                <p:cTn id="76" presetID="26" presetClass="emph" presetSubtype="0" repeatCount="2000" fill="hold" grpId="1" nodeType="withEffect">
                                  <p:stCondLst>
                                    <p:cond delay="1700"/>
                                  </p:stCondLst>
                                  <p:childTnLst>
                                    <p:animEffect transition="out" filter="fade">
                                      <p:cBhvr>
                                        <p:cTn id="77" dur="750" tmFilter="0, 0; .2, .5; .8, .5; 1, 0"/>
                                        <p:tgtEl>
                                          <p:spTgt spid="74"/>
                                        </p:tgtEl>
                                      </p:cBhvr>
                                    </p:animEffect>
                                    <p:animScale>
                                      <p:cBhvr>
                                        <p:cTn id="78" dur="375" autoRev="1" fill="hold"/>
                                        <p:tgtEl>
                                          <p:spTgt spid="74"/>
                                        </p:tgtEl>
                                      </p:cBhvr>
                                      <p:by x="105000" y="105000"/>
                                    </p:animScale>
                                  </p:childTnLst>
                                </p:cTn>
                              </p:par>
                              <p:par>
                                <p:cTn id="79" presetID="26" presetClass="emph" presetSubtype="0" repeatCount="2000" fill="hold" grpId="1" nodeType="withEffect">
                                  <p:stCondLst>
                                    <p:cond delay="1700"/>
                                  </p:stCondLst>
                                  <p:childTnLst>
                                    <p:animEffect transition="out" filter="fade">
                                      <p:cBhvr>
                                        <p:cTn id="80" dur="750" tmFilter="0, 0; .2, .5; .8, .5; 1, 0"/>
                                        <p:tgtEl>
                                          <p:spTgt spid="79"/>
                                        </p:tgtEl>
                                      </p:cBhvr>
                                    </p:animEffect>
                                    <p:animScale>
                                      <p:cBhvr>
                                        <p:cTn id="81" dur="375" autoRev="1" fill="hold"/>
                                        <p:tgtEl>
                                          <p:spTgt spid="79"/>
                                        </p:tgtEl>
                                      </p:cBhvr>
                                      <p:by x="105000" y="105000"/>
                                    </p:animScale>
                                  </p:childTnLst>
                                </p:cTn>
                              </p:par>
                              <p:par>
                                <p:cTn id="82" presetID="26" presetClass="emph" presetSubtype="0" repeatCount="2000" fill="hold" grpId="1" nodeType="withEffect">
                                  <p:stCondLst>
                                    <p:cond delay="1700"/>
                                  </p:stCondLst>
                                  <p:childTnLst>
                                    <p:animEffect transition="out" filter="fade">
                                      <p:cBhvr>
                                        <p:cTn id="83" dur="750" tmFilter="0, 0; .2, .5; .8, .5; 1, 0"/>
                                        <p:tgtEl>
                                          <p:spTgt spid="38"/>
                                        </p:tgtEl>
                                      </p:cBhvr>
                                    </p:animEffect>
                                    <p:animScale>
                                      <p:cBhvr>
                                        <p:cTn id="84" dur="375" autoRev="1" fill="hold"/>
                                        <p:tgtEl>
                                          <p:spTgt spid="38"/>
                                        </p:tgtEl>
                                      </p:cBhvr>
                                      <p:by x="105000" y="105000"/>
                                    </p:animScale>
                                  </p:childTnLst>
                                </p:cTn>
                              </p:par>
                              <p:par>
                                <p:cTn id="85" presetID="26" presetClass="emph" presetSubtype="0" repeatCount="2000" fill="hold" grpId="1" nodeType="withEffect">
                                  <p:stCondLst>
                                    <p:cond delay="2000"/>
                                  </p:stCondLst>
                                  <p:childTnLst>
                                    <p:animEffect transition="out" filter="fade">
                                      <p:cBhvr>
                                        <p:cTn id="86" dur="750" tmFilter="0, 0; .2, .5; .8, .5; 1, 0"/>
                                        <p:tgtEl>
                                          <p:spTgt spid="75"/>
                                        </p:tgtEl>
                                      </p:cBhvr>
                                    </p:animEffect>
                                    <p:animScale>
                                      <p:cBhvr>
                                        <p:cTn id="87" dur="375" autoRev="1" fill="hold"/>
                                        <p:tgtEl>
                                          <p:spTgt spid="75"/>
                                        </p:tgtEl>
                                      </p:cBhvr>
                                      <p:by x="105000" y="105000"/>
                                    </p:animScale>
                                  </p:childTnLst>
                                </p:cTn>
                              </p:par>
                              <p:par>
                                <p:cTn id="88" presetID="26" presetClass="emph" presetSubtype="0" repeatCount="2000" fill="hold" grpId="1" nodeType="withEffect">
                                  <p:stCondLst>
                                    <p:cond delay="2000"/>
                                  </p:stCondLst>
                                  <p:childTnLst>
                                    <p:animEffect transition="out" filter="fade">
                                      <p:cBhvr>
                                        <p:cTn id="89" dur="750" tmFilter="0, 0; .2, .5; .8, .5; 1, 0"/>
                                        <p:tgtEl>
                                          <p:spTgt spid="76"/>
                                        </p:tgtEl>
                                      </p:cBhvr>
                                    </p:animEffect>
                                    <p:animScale>
                                      <p:cBhvr>
                                        <p:cTn id="90" dur="375" autoRev="1" fill="hold"/>
                                        <p:tgtEl>
                                          <p:spTgt spid="76"/>
                                        </p:tgtEl>
                                      </p:cBhvr>
                                      <p:by x="105000" y="105000"/>
                                    </p:animScale>
                                  </p:childTnLst>
                                </p:cTn>
                              </p:par>
                              <p:par>
                                <p:cTn id="91" presetID="26" presetClass="emph" presetSubtype="0" repeatCount="2000" fill="hold" grpId="1" nodeType="withEffect">
                                  <p:stCondLst>
                                    <p:cond delay="2000"/>
                                  </p:stCondLst>
                                  <p:childTnLst>
                                    <p:animEffect transition="out" filter="fade">
                                      <p:cBhvr>
                                        <p:cTn id="92" dur="750" tmFilter="0, 0; .2, .5; .8, .5; 1, 0"/>
                                        <p:tgtEl>
                                          <p:spTgt spid="29"/>
                                        </p:tgtEl>
                                      </p:cBhvr>
                                    </p:animEffect>
                                    <p:animScale>
                                      <p:cBhvr>
                                        <p:cTn id="93" dur="375" autoRev="1" fill="hold"/>
                                        <p:tgtEl>
                                          <p:spTgt spid="29"/>
                                        </p:tgtEl>
                                      </p:cBhvr>
                                      <p:by x="105000" y="105000"/>
                                    </p:animScale>
                                  </p:childTnLst>
                                </p:cTn>
                              </p:par>
                              <p:par>
                                <p:cTn id="94" presetID="26" presetClass="emph" presetSubtype="0" repeatCount="2000" fill="hold" grpId="1" nodeType="withEffect">
                                  <p:stCondLst>
                                    <p:cond delay="2000"/>
                                  </p:stCondLst>
                                  <p:childTnLst>
                                    <p:animEffect transition="out" filter="fade">
                                      <p:cBhvr>
                                        <p:cTn id="95" dur="750" tmFilter="0, 0; .2, .5; .8, .5; 1, 0"/>
                                        <p:tgtEl>
                                          <p:spTgt spid="71"/>
                                        </p:tgtEl>
                                      </p:cBhvr>
                                    </p:animEffect>
                                    <p:animScale>
                                      <p:cBhvr>
                                        <p:cTn id="96" dur="375" autoRev="1" fill="hold"/>
                                        <p:tgtEl>
                                          <p:spTgt spid="71"/>
                                        </p:tgtEl>
                                      </p:cBhvr>
                                      <p:by x="105000" y="105000"/>
                                    </p:animScale>
                                  </p:childTnLst>
                                </p:cTn>
                              </p:par>
                              <p:par>
                                <p:cTn id="97" presetID="26" presetClass="emph" presetSubtype="0" repeatCount="2000" fill="hold" grpId="1" nodeType="withEffect">
                                  <p:stCondLst>
                                    <p:cond delay="2000"/>
                                  </p:stCondLst>
                                  <p:childTnLst>
                                    <p:animEffect transition="out" filter="fade">
                                      <p:cBhvr>
                                        <p:cTn id="98" dur="750" tmFilter="0, 0; .2, .5; .8, .5; 1, 0"/>
                                        <p:tgtEl>
                                          <p:spTgt spid="72"/>
                                        </p:tgtEl>
                                      </p:cBhvr>
                                    </p:animEffect>
                                    <p:animScale>
                                      <p:cBhvr>
                                        <p:cTn id="99" dur="375" autoRev="1" fill="hold"/>
                                        <p:tgtEl>
                                          <p:spTgt spid="72"/>
                                        </p:tgtEl>
                                      </p:cBhvr>
                                      <p:by x="105000" y="105000"/>
                                    </p:animScale>
                                  </p:childTnLst>
                                </p:cTn>
                              </p:par>
                              <p:par>
                                <p:cTn id="100" presetID="26" presetClass="emph" presetSubtype="0" repeatCount="2000" fill="hold" grpId="1" nodeType="withEffect">
                                  <p:stCondLst>
                                    <p:cond delay="2000"/>
                                  </p:stCondLst>
                                  <p:childTnLst>
                                    <p:animEffect transition="out" filter="fade">
                                      <p:cBhvr>
                                        <p:cTn id="101" dur="750" tmFilter="0, 0; .2, .5; .8, .5; 1, 0"/>
                                        <p:tgtEl>
                                          <p:spTgt spid="30"/>
                                        </p:tgtEl>
                                      </p:cBhvr>
                                    </p:animEffect>
                                    <p:animScale>
                                      <p:cBhvr>
                                        <p:cTn id="102" dur="375" autoRev="1" fill="hold"/>
                                        <p:tgtEl>
                                          <p:spTgt spid="30"/>
                                        </p:tgtEl>
                                      </p:cBhvr>
                                      <p:by x="105000" y="105000"/>
                                    </p:animScale>
                                  </p:childTnLst>
                                </p:cTn>
                              </p:par>
                              <p:par>
                                <p:cTn id="103" presetID="26" presetClass="emph" presetSubtype="0" repeatCount="2000" fill="hold" grpId="1" nodeType="withEffect">
                                  <p:stCondLst>
                                    <p:cond delay="2000"/>
                                  </p:stCondLst>
                                  <p:childTnLst>
                                    <p:animEffect transition="out" filter="fade">
                                      <p:cBhvr>
                                        <p:cTn id="104" dur="750" tmFilter="0, 0; .2, .5; .8, .5; 1, 0"/>
                                        <p:tgtEl>
                                          <p:spTgt spid="32"/>
                                        </p:tgtEl>
                                      </p:cBhvr>
                                    </p:animEffect>
                                    <p:animScale>
                                      <p:cBhvr>
                                        <p:cTn id="105" dur="375" autoRev="1" fill="hold"/>
                                        <p:tgtEl>
                                          <p:spTgt spid="32"/>
                                        </p:tgtEl>
                                      </p:cBhvr>
                                      <p:by x="105000" y="105000"/>
                                    </p:animScale>
                                  </p:childTnLst>
                                </p:cTn>
                              </p:par>
                              <p:par>
                                <p:cTn id="106" presetID="26" presetClass="emph" presetSubtype="0" repeatCount="2000" fill="hold" grpId="1" nodeType="withEffect">
                                  <p:stCondLst>
                                    <p:cond delay="2000"/>
                                  </p:stCondLst>
                                  <p:childTnLst>
                                    <p:animEffect transition="out" filter="fade">
                                      <p:cBhvr>
                                        <p:cTn id="107" dur="750" tmFilter="0, 0; .2, .5; .8, .5; 1, 0"/>
                                        <p:tgtEl>
                                          <p:spTgt spid="80"/>
                                        </p:tgtEl>
                                      </p:cBhvr>
                                    </p:animEffect>
                                    <p:animScale>
                                      <p:cBhvr>
                                        <p:cTn id="108" dur="375" autoRev="1" fill="hold"/>
                                        <p:tgtEl>
                                          <p:spTgt spid="80"/>
                                        </p:tgtEl>
                                      </p:cBhvr>
                                      <p:by x="105000" y="105000"/>
                                    </p:animScale>
                                  </p:childTnLst>
                                </p:cTn>
                              </p:par>
                              <p:par>
                                <p:cTn id="109" presetID="26" presetClass="emph" presetSubtype="0" repeatCount="2000" fill="hold" grpId="1" nodeType="withEffect">
                                  <p:stCondLst>
                                    <p:cond delay="2000"/>
                                  </p:stCondLst>
                                  <p:childTnLst>
                                    <p:animEffect transition="out" filter="fade">
                                      <p:cBhvr>
                                        <p:cTn id="110" dur="750" tmFilter="0, 0; .2, .5; .8, .5; 1, 0"/>
                                        <p:tgtEl>
                                          <p:spTgt spid="73"/>
                                        </p:tgtEl>
                                      </p:cBhvr>
                                    </p:animEffect>
                                    <p:animScale>
                                      <p:cBhvr>
                                        <p:cTn id="111" dur="375" autoRev="1" fill="hold"/>
                                        <p:tgtEl>
                                          <p:spTgt spid="73"/>
                                        </p:tgtEl>
                                      </p:cBhvr>
                                      <p:by x="105000" y="105000"/>
                                    </p:animScale>
                                  </p:childTnLst>
                                </p:cTn>
                              </p:par>
                              <p:par>
                                <p:cTn id="112" presetID="26" presetClass="emph" presetSubtype="0" repeatCount="2000" fill="hold" grpId="1" nodeType="withEffect">
                                  <p:stCondLst>
                                    <p:cond delay="2000"/>
                                  </p:stCondLst>
                                  <p:childTnLst>
                                    <p:animEffect transition="out" filter="fade">
                                      <p:cBhvr>
                                        <p:cTn id="113" dur="750" tmFilter="0, 0; .2, .5; .8, .5; 1, 0"/>
                                        <p:tgtEl>
                                          <p:spTgt spid="31"/>
                                        </p:tgtEl>
                                      </p:cBhvr>
                                    </p:animEffect>
                                    <p:animScale>
                                      <p:cBhvr>
                                        <p:cTn id="114" dur="375" autoRev="1" fill="hold"/>
                                        <p:tgtEl>
                                          <p:spTgt spid="31"/>
                                        </p:tgtEl>
                                      </p:cBhvr>
                                      <p:by x="105000" y="105000"/>
                                    </p:animScale>
                                  </p:childTnLst>
                                </p:cTn>
                              </p:par>
                              <p:par>
                                <p:cTn id="115" presetID="26" presetClass="emph" presetSubtype="0" repeatCount="2000" fill="hold" grpId="1" nodeType="withEffect">
                                  <p:stCondLst>
                                    <p:cond delay="2000"/>
                                  </p:stCondLst>
                                  <p:childTnLst>
                                    <p:animEffect transition="out" filter="fade">
                                      <p:cBhvr>
                                        <p:cTn id="116" dur="750" tmFilter="0, 0; .2, .5; .8, .5; 1, 0"/>
                                        <p:tgtEl>
                                          <p:spTgt spid="81"/>
                                        </p:tgtEl>
                                      </p:cBhvr>
                                    </p:animEffect>
                                    <p:animScale>
                                      <p:cBhvr>
                                        <p:cTn id="117" dur="375" autoRev="1" fill="hold"/>
                                        <p:tgtEl>
                                          <p:spTgt spid="81"/>
                                        </p:tgtEl>
                                      </p:cBhvr>
                                      <p:by x="105000" y="105000"/>
                                    </p:animScale>
                                  </p:childTnLst>
                                </p:cTn>
                              </p:par>
                              <p:par>
                                <p:cTn id="118" presetID="26" presetClass="emph" presetSubtype="0" repeatCount="2000" fill="hold" grpId="1" nodeType="withEffect">
                                  <p:stCondLst>
                                    <p:cond delay="2000"/>
                                  </p:stCondLst>
                                  <p:childTnLst>
                                    <p:animEffect transition="out" filter="fade">
                                      <p:cBhvr>
                                        <p:cTn id="119" dur="750" tmFilter="0, 0; .2, .5; .8, .5; 1, 0"/>
                                        <p:tgtEl>
                                          <p:spTgt spid="33"/>
                                        </p:tgtEl>
                                      </p:cBhvr>
                                    </p:animEffect>
                                    <p:animScale>
                                      <p:cBhvr>
                                        <p:cTn id="120" dur="375" autoRev="1" fill="hold"/>
                                        <p:tgtEl>
                                          <p:spTgt spid="3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70" grpId="0" animBg="1"/>
      <p:bldP spid="70" grpId="1" animBg="1"/>
      <p:bldP spid="71" grpId="0" animBg="1"/>
      <p:bldP spid="71" grpId="1" animBg="1"/>
      <p:bldP spid="72" grpId="0" animBg="1"/>
      <p:bldP spid="72" grpId="1" animBg="1"/>
      <p:bldP spid="73" grpId="0" animBg="1"/>
      <p:bldP spid="73" grpId="1" animBg="1"/>
      <p:bldP spid="74" grpId="0" animBg="1"/>
      <p:bldP spid="74" grpId="1" animBg="1"/>
      <p:bldP spid="75" grpId="0" animBg="1"/>
      <p:bldP spid="75" grpId="1" animBg="1"/>
      <p:bldP spid="76" grpId="0" animBg="1"/>
      <p:bldP spid="76" grpId="1" animBg="1"/>
      <p:bldP spid="77" grpId="0" animBg="1"/>
      <p:bldP spid="77" grpId="1" animBg="1"/>
      <p:bldP spid="78" grpId="0" animBg="1"/>
      <p:bldP spid="78" grpId="1" animBg="1"/>
      <p:bldP spid="79" grpId="0" animBg="1"/>
      <p:bldP spid="79" grpId="1" animBg="1"/>
      <p:bldP spid="80" grpId="0" animBg="1"/>
      <p:bldP spid="80" grpId="1" animBg="1"/>
      <p:bldP spid="81" grpId="0" animBg="1"/>
      <p:bldP spid="81" grpId="1"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摘要">
    <p:spTree>
      <p:nvGrpSpPr>
        <p:cNvPr id="1" name=""/>
        <p:cNvGrpSpPr/>
        <p:nvPr/>
      </p:nvGrpSpPr>
      <p:grpSpPr>
        <a:xfrm>
          <a:off x="0" y="0"/>
          <a:ext cx="0" cy="0"/>
          <a:chOff x="0" y="0"/>
          <a:chExt cx="0" cy="0"/>
        </a:xfrm>
      </p:grpSpPr>
      <p:sp>
        <p:nvSpPr>
          <p:cNvPr id="15" name="矩形 14"/>
          <p:cNvSpPr/>
          <p:nvPr userDrawn="1"/>
        </p:nvSpPr>
        <p:spPr>
          <a:xfrm>
            <a:off x="0" y="6508234"/>
            <a:ext cx="12192000" cy="34976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 name="矩形 2"/>
          <p:cNvSpPr/>
          <p:nvPr userDrawn="1"/>
        </p:nvSpPr>
        <p:spPr>
          <a:xfrm>
            <a:off x="11199131" y="6499314"/>
            <a:ext cx="436338" cy="338554"/>
          </a:xfrm>
          <a:prstGeom prst="rect">
            <a:avLst/>
          </a:prstGeom>
        </p:spPr>
        <p:txBody>
          <a:bodyPr wrap="none">
            <a:spAutoFit/>
          </a:bodyPr>
          <a:lstStyle/>
          <a:p>
            <a:pPr algn="ctr" fontAlgn="ctr"/>
            <a:fld id="{170C0C04-E408-48A9-82A4-3716296300DE}" type="slidenum">
              <a:rPr lang="zh-CN" altLang="en-US" sz="1600" smtClean="0">
                <a:solidFill>
                  <a:srgbClr val="005BAA"/>
                </a:solidFill>
                <a:latin typeface="Arial Unicode MS" panose="020B0604020202020204" pitchFamily="34" charset="-122"/>
                <a:ea typeface="Arial Unicode MS" panose="020B0604020202020204" pitchFamily="34" charset="-122"/>
                <a:cs typeface="Arial Unicode MS" panose="020B0604020202020204" pitchFamily="34" charset="-122"/>
              </a:rPr>
            </a:fld>
            <a:endParaRPr lang="zh-CN" altLang="en-US" sz="1800" kern="0" dirty="0">
              <a:solidFill>
                <a:srgbClr val="005BAA"/>
              </a:solidFill>
              <a:latin typeface="+mn-lt"/>
              <a:ea typeface="宋体" panose="02010600030101010101" pitchFamily="2" charset="-122"/>
            </a:endParaRPr>
          </a:p>
        </p:txBody>
      </p:sp>
      <p:sp>
        <p:nvSpPr>
          <p:cNvPr id="7" name="矩形 6"/>
          <p:cNvSpPr/>
          <p:nvPr userDrawn="1"/>
        </p:nvSpPr>
        <p:spPr>
          <a:xfrm>
            <a:off x="0" y="0"/>
            <a:ext cx="1691680" cy="68580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 name="表格 12"/>
          <p:cNvGraphicFramePr>
            <a:graphicFrameLocks noGrp="1"/>
          </p:cNvGraphicFramePr>
          <p:nvPr userDrawn="1"/>
        </p:nvGraphicFramePr>
        <p:xfrm>
          <a:off x="0" y="1264858"/>
          <a:ext cx="1691680" cy="3960000"/>
        </p:xfrm>
        <a:graphic>
          <a:graphicData uri="http://schemas.openxmlformats.org/drawingml/2006/table">
            <a:tbl>
              <a:tblPr>
                <a:tableStyleId>{2D5ABB26-0587-4C30-8999-92F81FD0307C}</a:tableStyleId>
              </a:tblPr>
              <a:tblGrid>
                <a:gridCol w="1691680"/>
              </a:tblGrid>
              <a:tr h="792000">
                <a:tc>
                  <a:txBody>
                    <a:bodyPr/>
                    <a:lstStyle/>
                    <a:p>
                      <a:pPr marL="0" algn="ctr" defTabSz="914400" rtl="0" eaLnBrk="1" latinLnBrk="0" hangingPunct="1"/>
                      <a:r>
                        <a:rPr lang="zh-CN" altLang="en-US" sz="1600" kern="1200" dirty="0">
                          <a:solidFill>
                            <a:schemeClr val="bg1">
                              <a:lumMod val="85000"/>
                            </a:schemeClr>
                          </a:solidFill>
                          <a:latin typeface="微软雅黑" panose="020B0503020204020204" pitchFamily="34" charset="-122"/>
                          <a:ea typeface="微软雅黑" panose="020B0503020204020204" pitchFamily="34" charset="-122"/>
                          <a:cs typeface="+mn-cs"/>
                        </a:rPr>
                        <a:t>论文摘要</a:t>
                      </a:r>
                      <a:endParaRPr lang="zh-CN" altLang="en-US" sz="1600" kern="1200" dirty="0">
                        <a:solidFill>
                          <a:schemeClr val="bg1">
                            <a:lumMod val="85000"/>
                          </a:schemeClr>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r>
              <a:tr h="792000">
                <a:tc>
                  <a:txBody>
                    <a:bodyPr/>
                    <a:lstStyle/>
                    <a:p>
                      <a:pPr algn="ctr"/>
                      <a:r>
                        <a:rPr lang="zh-CN" altLang="en-US" sz="1600" dirty="0">
                          <a:solidFill>
                            <a:schemeClr val="bg1">
                              <a:lumMod val="85000"/>
                            </a:schemeClr>
                          </a:solidFill>
                          <a:latin typeface="微软雅黑" panose="020B0503020204020204" pitchFamily="34" charset="-122"/>
                          <a:ea typeface="微软雅黑" panose="020B0503020204020204" pitchFamily="34" charset="-122"/>
                        </a:rPr>
                        <a:t>论文背景</a:t>
                      </a:r>
                      <a:endParaRPr lang="zh-CN" altLang="en-US" sz="1600" dirty="0">
                        <a:solidFill>
                          <a:schemeClr val="bg1">
                            <a:lumMod val="85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r>
              <a:tr h="792000">
                <a:tc>
                  <a:txBody>
                    <a:bodyPr/>
                    <a:lstStyle/>
                    <a:p>
                      <a:pPr algn="ctr"/>
                      <a:r>
                        <a:rPr lang="zh-CN" altLang="en-US" sz="1600" dirty="0">
                          <a:solidFill>
                            <a:schemeClr val="bg1">
                              <a:lumMod val="85000"/>
                            </a:schemeClr>
                          </a:solidFill>
                          <a:latin typeface="微软雅黑" panose="020B0503020204020204" pitchFamily="34" charset="-122"/>
                          <a:ea typeface="微软雅黑" panose="020B0503020204020204" pitchFamily="34" charset="-122"/>
                        </a:rPr>
                        <a:t>研究综述</a:t>
                      </a:r>
                      <a:endParaRPr lang="zh-CN" altLang="en-US" sz="1600" dirty="0">
                        <a:solidFill>
                          <a:schemeClr val="bg1">
                            <a:lumMod val="85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r>
              <a:tr h="792000">
                <a:tc>
                  <a:txBody>
                    <a:bodyPr/>
                    <a:lstStyle/>
                    <a:p>
                      <a:pPr algn="ctr"/>
                      <a:r>
                        <a:rPr lang="zh-CN" altLang="en-US" sz="1600" dirty="0">
                          <a:solidFill>
                            <a:schemeClr val="bg1">
                              <a:lumMod val="85000"/>
                            </a:schemeClr>
                          </a:solidFill>
                          <a:latin typeface="微软雅黑" panose="020B0503020204020204" pitchFamily="34" charset="-122"/>
                          <a:ea typeface="微软雅黑" panose="020B0503020204020204" pitchFamily="34" charset="-122"/>
                        </a:rPr>
                        <a:t>成果应用</a:t>
                      </a:r>
                      <a:endParaRPr lang="zh-CN" altLang="en-US" sz="1600" dirty="0">
                        <a:solidFill>
                          <a:schemeClr val="bg1">
                            <a:lumMod val="85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r>
              <a:tr h="792000">
                <a:tc>
                  <a:txBody>
                    <a:bodyPr/>
                    <a:lstStyle/>
                    <a:p>
                      <a:pPr algn="ctr"/>
                      <a:r>
                        <a:rPr lang="zh-CN" altLang="en-US" sz="1600" dirty="0">
                          <a:solidFill>
                            <a:schemeClr val="bg1">
                              <a:lumMod val="85000"/>
                            </a:schemeClr>
                          </a:solidFill>
                          <a:latin typeface="微软雅黑" panose="020B0503020204020204" pitchFamily="34" charset="-122"/>
                          <a:ea typeface="微软雅黑" panose="020B0503020204020204" pitchFamily="34" charset="-122"/>
                        </a:rPr>
                        <a:t>论文总结</a:t>
                      </a:r>
                      <a:endParaRPr lang="zh-CN" altLang="en-US" sz="1600" dirty="0">
                        <a:solidFill>
                          <a:schemeClr val="bg1">
                            <a:lumMod val="85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9" name="等腰三角形 8"/>
          <p:cNvSpPr/>
          <p:nvPr userDrawn="1"/>
        </p:nvSpPr>
        <p:spPr>
          <a:xfrm rot="5400000">
            <a:off x="11703390" y="6623925"/>
            <a:ext cx="160020" cy="137948"/>
          </a:xfrm>
          <a:prstGeom prst="triangle">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等腰三角形 20"/>
          <p:cNvSpPr/>
          <p:nvPr userDrawn="1"/>
        </p:nvSpPr>
        <p:spPr>
          <a:xfrm rot="16200000">
            <a:off x="10971190" y="6623926"/>
            <a:ext cx="160020" cy="137948"/>
          </a:xfrm>
          <a:prstGeom prst="triangle">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userDrawn="1"/>
        </p:nvGrpSpPr>
        <p:grpSpPr>
          <a:xfrm>
            <a:off x="0" y="1268760"/>
            <a:ext cx="1691680" cy="788186"/>
            <a:chOff x="0" y="1272662"/>
            <a:chExt cx="1691680" cy="788186"/>
          </a:xfrm>
        </p:grpSpPr>
        <p:sp>
          <p:nvSpPr>
            <p:cNvPr id="25" name="矩形 24"/>
            <p:cNvSpPr/>
            <p:nvPr userDrawn="1"/>
          </p:nvSpPr>
          <p:spPr>
            <a:xfrm>
              <a:off x="0" y="1272662"/>
              <a:ext cx="1691680" cy="788186"/>
            </a:xfrm>
            <a:prstGeom prst="rect">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lt1"/>
                  </a:solidFill>
                  <a:latin typeface="微软雅黑" panose="020B0503020204020204" pitchFamily="34" charset="-122"/>
                  <a:ea typeface="微软雅黑" panose="020B0503020204020204" pitchFamily="34" charset="-122"/>
                  <a:cs typeface="+mn-cs"/>
                </a:rPr>
                <a:t>论文摘要</a:t>
              </a:r>
              <a:endParaRPr lang="zh-CN" altLang="en-US" sz="1600" kern="1200" dirty="0">
                <a:solidFill>
                  <a:schemeClr val="lt1"/>
                </a:solidFill>
                <a:latin typeface="微软雅黑" panose="020B0503020204020204" pitchFamily="34" charset="-122"/>
                <a:ea typeface="微软雅黑" panose="020B0503020204020204" pitchFamily="34" charset="-122"/>
                <a:cs typeface="+mn-cs"/>
              </a:endParaRPr>
            </a:p>
          </p:txBody>
        </p:sp>
        <p:sp>
          <p:nvSpPr>
            <p:cNvPr id="26" name="等腰三角形 25"/>
            <p:cNvSpPr/>
            <p:nvPr userDrawn="1"/>
          </p:nvSpPr>
          <p:spPr>
            <a:xfrm rot="16200000">
              <a:off x="1547664" y="1594748"/>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7" name="直接连接符 26"/>
          <p:cNvCxnSpPr/>
          <p:nvPr userDrawn="1"/>
        </p:nvCxnSpPr>
        <p:spPr>
          <a:xfrm>
            <a:off x="2788985" y="1268760"/>
            <a:ext cx="831206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0689" y="5626452"/>
            <a:ext cx="710302" cy="71030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背景">
    <p:spTree>
      <p:nvGrpSpPr>
        <p:cNvPr id="1" name=""/>
        <p:cNvGrpSpPr/>
        <p:nvPr/>
      </p:nvGrpSpPr>
      <p:grpSpPr>
        <a:xfrm>
          <a:off x="0" y="0"/>
          <a:ext cx="0" cy="0"/>
          <a:chOff x="0" y="0"/>
          <a:chExt cx="0" cy="0"/>
        </a:xfrm>
      </p:grpSpPr>
      <p:sp>
        <p:nvSpPr>
          <p:cNvPr id="15" name="矩形 14"/>
          <p:cNvSpPr/>
          <p:nvPr userDrawn="1"/>
        </p:nvSpPr>
        <p:spPr>
          <a:xfrm>
            <a:off x="0" y="6508234"/>
            <a:ext cx="12192000" cy="34976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 name="矩形 2"/>
          <p:cNvSpPr/>
          <p:nvPr userDrawn="1"/>
        </p:nvSpPr>
        <p:spPr>
          <a:xfrm>
            <a:off x="11199131" y="6499314"/>
            <a:ext cx="436338" cy="338554"/>
          </a:xfrm>
          <a:prstGeom prst="rect">
            <a:avLst/>
          </a:prstGeom>
        </p:spPr>
        <p:txBody>
          <a:bodyPr wrap="none">
            <a:spAutoFit/>
          </a:bodyPr>
          <a:lstStyle/>
          <a:p>
            <a:pPr algn="ctr" fontAlgn="ctr"/>
            <a:fld id="{170C0C04-E408-48A9-82A4-3716296300DE}" type="slidenum">
              <a:rPr lang="zh-CN" altLang="en-US" sz="1600" smtClean="0">
                <a:solidFill>
                  <a:srgbClr val="005BAA"/>
                </a:solidFill>
                <a:latin typeface="Arial Unicode MS" panose="020B0604020202020204" pitchFamily="34" charset="-122"/>
                <a:ea typeface="Arial Unicode MS" panose="020B0604020202020204" pitchFamily="34" charset="-122"/>
                <a:cs typeface="Arial Unicode MS" panose="020B0604020202020204" pitchFamily="34" charset="-122"/>
              </a:rPr>
            </a:fld>
            <a:endParaRPr lang="zh-CN" altLang="en-US" sz="1800" kern="0" dirty="0">
              <a:solidFill>
                <a:srgbClr val="005BAA"/>
              </a:solidFill>
              <a:latin typeface="+mn-lt"/>
              <a:ea typeface="宋体" panose="02010600030101010101" pitchFamily="2" charset="-122"/>
            </a:endParaRPr>
          </a:p>
        </p:txBody>
      </p:sp>
      <p:sp>
        <p:nvSpPr>
          <p:cNvPr id="7" name="矩形 6"/>
          <p:cNvSpPr/>
          <p:nvPr userDrawn="1"/>
        </p:nvSpPr>
        <p:spPr>
          <a:xfrm>
            <a:off x="0" y="0"/>
            <a:ext cx="1691680" cy="68580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 name="表格 12"/>
          <p:cNvGraphicFramePr>
            <a:graphicFrameLocks noGrp="1"/>
          </p:cNvGraphicFramePr>
          <p:nvPr userDrawn="1"/>
        </p:nvGraphicFramePr>
        <p:xfrm>
          <a:off x="0" y="1264858"/>
          <a:ext cx="1691680" cy="3960000"/>
        </p:xfrm>
        <a:graphic>
          <a:graphicData uri="http://schemas.openxmlformats.org/drawingml/2006/table">
            <a:tbl>
              <a:tblPr>
                <a:tableStyleId>{2D5ABB26-0587-4C30-8999-92F81FD0307C}</a:tableStyleId>
              </a:tblPr>
              <a:tblGrid>
                <a:gridCol w="1691680"/>
              </a:tblGrid>
              <a:tr h="792000">
                <a:tc>
                  <a:txBody>
                    <a:bodyPr/>
                    <a:lstStyle/>
                    <a:p>
                      <a:pPr marL="0" algn="ctr" defTabSz="914400" rtl="0" eaLnBrk="1" latinLnBrk="0" hangingPunct="1"/>
                      <a:r>
                        <a:rPr lang="zh-CN" altLang="en-US" sz="1600" kern="1200" dirty="0">
                          <a:solidFill>
                            <a:schemeClr val="bg1">
                              <a:lumMod val="85000"/>
                            </a:schemeClr>
                          </a:solidFill>
                          <a:latin typeface="微软雅黑" panose="020B0503020204020204" pitchFamily="34" charset="-122"/>
                          <a:ea typeface="微软雅黑" panose="020B0503020204020204" pitchFamily="34" charset="-122"/>
                          <a:cs typeface="+mn-cs"/>
                        </a:rPr>
                        <a:t>论文摘要</a:t>
                      </a:r>
                      <a:endParaRPr lang="zh-CN" altLang="en-US" sz="1600" kern="1200" dirty="0">
                        <a:solidFill>
                          <a:schemeClr val="bg1">
                            <a:lumMod val="85000"/>
                          </a:schemeClr>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r>
              <a:tr h="792000">
                <a:tc>
                  <a:txBody>
                    <a:bodyPr/>
                    <a:lstStyle/>
                    <a:p>
                      <a:pPr algn="ctr"/>
                      <a:r>
                        <a:rPr lang="zh-CN" altLang="en-US" sz="1600" dirty="0">
                          <a:solidFill>
                            <a:schemeClr val="bg1">
                              <a:lumMod val="85000"/>
                            </a:schemeClr>
                          </a:solidFill>
                          <a:latin typeface="微软雅黑" panose="020B0503020204020204" pitchFamily="34" charset="-122"/>
                          <a:ea typeface="微软雅黑" panose="020B0503020204020204" pitchFamily="34" charset="-122"/>
                        </a:rPr>
                        <a:t>论文背景</a:t>
                      </a:r>
                      <a:endParaRPr lang="zh-CN" altLang="en-US" sz="1600" dirty="0">
                        <a:solidFill>
                          <a:schemeClr val="bg1">
                            <a:lumMod val="85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r>
              <a:tr h="792000">
                <a:tc>
                  <a:txBody>
                    <a:bodyPr/>
                    <a:lstStyle/>
                    <a:p>
                      <a:pPr algn="ctr"/>
                      <a:r>
                        <a:rPr lang="zh-CN" altLang="en-US" sz="1600" dirty="0">
                          <a:solidFill>
                            <a:schemeClr val="bg1">
                              <a:lumMod val="85000"/>
                            </a:schemeClr>
                          </a:solidFill>
                          <a:latin typeface="微软雅黑" panose="020B0503020204020204" pitchFamily="34" charset="-122"/>
                          <a:ea typeface="微软雅黑" panose="020B0503020204020204" pitchFamily="34" charset="-122"/>
                        </a:rPr>
                        <a:t>研究综述</a:t>
                      </a:r>
                      <a:endParaRPr lang="zh-CN" altLang="en-US" sz="1600" dirty="0">
                        <a:solidFill>
                          <a:schemeClr val="bg1">
                            <a:lumMod val="85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r>
              <a:tr h="792000">
                <a:tc>
                  <a:txBody>
                    <a:bodyPr/>
                    <a:lstStyle/>
                    <a:p>
                      <a:pPr algn="ctr"/>
                      <a:r>
                        <a:rPr lang="zh-CN" altLang="en-US" sz="1600" dirty="0">
                          <a:solidFill>
                            <a:schemeClr val="bg1">
                              <a:lumMod val="85000"/>
                            </a:schemeClr>
                          </a:solidFill>
                          <a:latin typeface="微软雅黑" panose="020B0503020204020204" pitchFamily="34" charset="-122"/>
                          <a:ea typeface="微软雅黑" panose="020B0503020204020204" pitchFamily="34" charset="-122"/>
                        </a:rPr>
                        <a:t>成果应用</a:t>
                      </a:r>
                      <a:endParaRPr lang="zh-CN" altLang="en-US" sz="1600" dirty="0">
                        <a:solidFill>
                          <a:schemeClr val="bg1">
                            <a:lumMod val="85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r>
              <a:tr h="792000">
                <a:tc>
                  <a:txBody>
                    <a:bodyPr/>
                    <a:lstStyle/>
                    <a:p>
                      <a:pPr algn="ctr"/>
                      <a:r>
                        <a:rPr lang="zh-CN" altLang="en-US" sz="1600" dirty="0">
                          <a:solidFill>
                            <a:schemeClr val="bg1">
                              <a:lumMod val="85000"/>
                            </a:schemeClr>
                          </a:solidFill>
                          <a:latin typeface="微软雅黑" panose="020B0503020204020204" pitchFamily="34" charset="-122"/>
                          <a:ea typeface="微软雅黑" panose="020B0503020204020204" pitchFamily="34" charset="-122"/>
                        </a:rPr>
                        <a:t>论文总结</a:t>
                      </a:r>
                      <a:endParaRPr lang="zh-CN" altLang="en-US" sz="1600" dirty="0">
                        <a:solidFill>
                          <a:schemeClr val="bg1">
                            <a:lumMod val="85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9" name="等腰三角形 8"/>
          <p:cNvSpPr/>
          <p:nvPr userDrawn="1"/>
        </p:nvSpPr>
        <p:spPr>
          <a:xfrm rot="5400000">
            <a:off x="11703390" y="6623925"/>
            <a:ext cx="160020" cy="137948"/>
          </a:xfrm>
          <a:prstGeom prst="triangle">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等腰三角形 20"/>
          <p:cNvSpPr/>
          <p:nvPr userDrawn="1"/>
        </p:nvSpPr>
        <p:spPr>
          <a:xfrm rot="16200000">
            <a:off x="10971190" y="6623926"/>
            <a:ext cx="160020" cy="137948"/>
          </a:xfrm>
          <a:prstGeom prst="triangle">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p:cNvCxnSpPr/>
          <p:nvPr userDrawn="1"/>
        </p:nvCxnSpPr>
        <p:spPr>
          <a:xfrm>
            <a:off x="2788985" y="1268760"/>
            <a:ext cx="831206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2061790"/>
            <a:ext cx="1691680" cy="788186"/>
            <a:chOff x="0" y="1272662"/>
            <a:chExt cx="1691680" cy="788186"/>
          </a:xfrm>
        </p:grpSpPr>
        <p:sp>
          <p:nvSpPr>
            <p:cNvPr id="14" name="矩形 13"/>
            <p:cNvSpPr/>
            <p:nvPr userDrawn="1"/>
          </p:nvSpPr>
          <p:spPr>
            <a:xfrm>
              <a:off x="0" y="1272662"/>
              <a:ext cx="1691680" cy="788186"/>
            </a:xfrm>
            <a:prstGeom prst="rect">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lt1"/>
                  </a:solidFill>
                  <a:latin typeface="微软雅黑" panose="020B0503020204020204" pitchFamily="34" charset="-122"/>
                  <a:ea typeface="微软雅黑" panose="020B0503020204020204" pitchFamily="34" charset="-122"/>
                  <a:cs typeface="+mn-cs"/>
                </a:rPr>
                <a:t>论文背景</a:t>
              </a:r>
              <a:endParaRPr lang="zh-CN" altLang="en-US" sz="1600" kern="1200" dirty="0">
                <a:solidFill>
                  <a:schemeClr val="lt1"/>
                </a:solidFill>
                <a:latin typeface="微软雅黑" panose="020B0503020204020204" pitchFamily="34" charset="-122"/>
                <a:ea typeface="微软雅黑" panose="020B0503020204020204" pitchFamily="34" charset="-122"/>
                <a:cs typeface="+mn-cs"/>
              </a:endParaRPr>
            </a:p>
          </p:txBody>
        </p:sp>
        <p:sp>
          <p:nvSpPr>
            <p:cNvPr id="16" name="等腰三角形 15"/>
            <p:cNvSpPr/>
            <p:nvPr userDrawn="1"/>
          </p:nvSpPr>
          <p:spPr>
            <a:xfrm rot="16200000">
              <a:off x="1547664" y="1594748"/>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7" name="图片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0689" y="5626452"/>
            <a:ext cx="710302" cy="71030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综述">
    <p:spTree>
      <p:nvGrpSpPr>
        <p:cNvPr id="1" name=""/>
        <p:cNvGrpSpPr/>
        <p:nvPr/>
      </p:nvGrpSpPr>
      <p:grpSpPr>
        <a:xfrm>
          <a:off x="0" y="0"/>
          <a:ext cx="0" cy="0"/>
          <a:chOff x="0" y="0"/>
          <a:chExt cx="0" cy="0"/>
        </a:xfrm>
      </p:grpSpPr>
      <p:sp>
        <p:nvSpPr>
          <p:cNvPr id="15" name="矩形 14"/>
          <p:cNvSpPr/>
          <p:nvPr userDrawn="1"/>
        </p:nvSpPr>
        <p:spPr>
          <a:xfrm>
            <a:off x="0" y="6508234"/>
            <a:ext cx="12192000" cy="34976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 name="矩形 2"/>
          <p:cNvSpPr/>
          <p:nvPr userDrawn="1"/>
        </p:nvSpPr>
        <p:spPr>
          <a:xfrm>
            <a:off x="11199131" y="6499314"/>
            <a:ext cx="436338" cy="338554"/>
          </a:xfrm>
          <a:prstGeom prst="rect">
            <a:avLst/>
          </a:prstGeom>
        </p:spPr>
        <p:txBody>
          <a:bodyPr wrap="none">
            <a:spAutoFit/>
          </a:bodyPr>
          <a:lstStyle/>
          <a:p>
            <a:pPr algn="ctr" fontAlgn="ctr"/>
            <a:fld id="{170C0C04-E408-48A9-82A4-3716296300DE}" type="slidenum">
              <a:rPr lang="zh-CN" altLang="en-US" sz="1600" smtClean="0">
                <a:solidFill>
                  <a:srgbClr val="005BAA"/>
                </a:solidFill>
                <a:latin typeface="Arial Unicode MS" panose="020B0604020202020204" pitchFamily="34" charset="-122"/>
                <a:ea typeface="Arial Unicode MS" panose="020B0604020202020204" pitchFamily="34" charset="-122"/>
                <a:cs typeface="Arial Unicode MS" panose="020B0604020202020204" pitchFamily="34" charset="-122"/>
              </a:rPr>
            </a:fld>
            <a:endParaRPr lang="zh-CN" altLang="en-US" sz="1800" kern="0" dirty="0">
              <a:solidFill>
                <a:srgbClr val="005BAA"/>
              </a:solidFill>
              <a:latin typeface="+mn-lt"/>
              <a:ea typeface="宋体" panose="02010600030101010101" pitchFamily="2" charset="-122"/>
            </a:endParaRPr>
          </a:p>
        </p:txBody>
      </p:sp>
      <p:sp>
        <p:nvSpPr>
          <p:cNvPr id="7" name="矩形 6"/>
          <p:cNvSpPr/>
          <p:nvPr userDrawn="1"/>
        </p:nvSpPr>
        <p:spPr>
          <a:xfrm>
            <a:off x="0" y="0"/>
            <a:ext cx="1691680" cy="68580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 name="表格 12"/>
          <p:cNvGraphicFramePr>
            <a:graphicFrameLocks noGrp="1"/>
          </p:cNvGraphicFramePr>
          <p:nvPr userDrawn="1"/>
        </p:nvGraphicFramePr>
        <p:xfrm>
          <a:off x="0" y="1264858"/>
          <a:ext cx="1691680" cy="3960000"/>
        </p:xfrm>
        <a:graphic>
          <a:graphicData uri="http://schemas.openxmlformats.org/drawingml/2006/table">
            <a:tbl>
              <a:tblPr>
                <a:tableStyleId>{2D5ABB26-0587-4C30-8999-92F81FD0307C}</a:tableStyleId>
              </a:tblPr>
              <a:tblGrid>
                <a:gridCol w="1691680"/>
              </a:tblGrid>
              <a:tr h="792000">
                <a:tc>
                  <a:txBody>
                    <a:bodyPr/>
                    <a:lstStyle/>
                    <a:p>
                      <a:pPr marL="0" algn="ctr" defTabSz="914400" rtl="0" eaLnBrk="1" latinLnBrk="0" hangingPunct="1"/>
                      <a:r>
                        <a:rPr lang="zh-CN" altLang="en-US" sz="1600" kern="1200" dirty="0">
                          <a:solidFill>
                            <a:schemeClr val="bg1">
                              <a:lumMod val="85000"/>
                            </a:schemeClr>
                          </a:solidFill>
                          <a:latin typeface="微软雅黑" panose="020B0503020204020204" pitchFamily="34" charset="-122"/>
                          <a:ea typeface="微软雅黑" panose="020B0503020204020204" pitchFamily="34" charset="-122"/>
                          <a:cs typeface="+mn-cs"/>
                        </a:rPr>
                        <a:t>论文摘要</a:t>
                      </a:r>
                      <a:endParaRPr lang="zh-CN" altLang="en-US" sz="1600" kern="1200" dirty="0">
                        <a:solidFill>
                          <a:schemeClr val="bg1">
                            <a:lumMod val="85000"/>
                          </a:schemeClr>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r>
              <a:tr h="792000">
                <a:tc>
                  <a:txBody>
                    <a:bodyPr/>
                    <a:lstStyle/>
                    <a:p>
                      <a:pPr algn="ctr"/>
                      <a:r>
                        <a:rPr lang="zh-CN" altLang="en-US" sz="1600" dirty="0">
                          <a:solidFill>
                            <a:schemeClr val="bg1">
                              <a:lumMod val="85000"/>
                            </a:schemeClr>
                          </a:solidFill>
                          <a:latin typeface="微软雅黑" panose="020B0503020204020204" pitchFamily="34" charset="-122"/>
                          <a:ea typeface="微软雅黑" panose="020B0503020204020204" pitchFamily="34" charset="-122"/>
                        </a:rPr>
                        <a:t>论文背景</a:t>
                      </a:r>
                      <a:endParaRPr lang="zh-CN" altLang="en-US" sz="1600" dirty="0">
                        <a:solidFill>
                          <a:schemeClr val="bg1">
                            <a:lumMod val="85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r>
              <a:tr h="792000">
                <a:tc>
                  <a:txBody>
                    <a:bodyPr/>
                    <a:lstStyle/>
                    <a:p>
                      <a:pPr algn="ctr"/>
                      <a:r>
                        <a:rPr lang="zh-CN" altLang="en-US" sz="1600" dirty="0">
                          <a:solidFill>
                            <a:schemeClr val="bg1">
                              <a:lumMod val="85000"/>
                            </a:schemeClr>
                          </a:solidFill>
                          <a:latin typeface="微软雅黑" panose="020B0503020204020204" pitchFamily="34" charset="-122"/>
                          <a:ea typeface="微软雅黑" panose="020B0503020204020204" pitchFamily="34" charset="-122"/>
                        </a:rPr>
                        <a:t>研究综述</a:t>
                      </a:r>
                      <a:endParaRPr lang="zh-CN" altLang="en-US" sz="1600" dirty="0">
                        <a:solidFill>
                          <a:schemeClr val="bg1">
                            <a:lumMod val="85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r>
              <a:tr h="792000">
                <a:tc>
                  <a:txBody>
                    <a:bodyPr/>
                    <a:lstStyle/>
                    <a:p>
                      <a:pPr algn="ctr"/>
                      <a:r>
                        <a:rPr lang="zh-CN" altLang="en-US" sz="1600" dirty="0">
                          <a:solidFill>
                            <a:schemeClr val="bg1">
                              <a:lumMod val="85000"/>
                            </a:schemeClr>
                          </a:solidFill>
                          <a:latin typeface="微软雅黑" panose="020B0503020204020204" pitchFamily="34" charset="-122"/>
                          <a:ea typeface="微软雅黑" panose="020B0503020204020204" pitchFamily="34" charset="-122"/>
                        </a:rPr>
                        <a:t>成果应用</a:t>
                      </a:r>
                      <a:endParaRPr lang="zh-CN" altLang="en-US" sz="1600" dirty="0">
                        <a:solidFill>
                          <a:schemeClr val="bg1">
                            <a:lumMod val="85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r>
              <a:tr h="792000">
                <a:tc>
                  <a:txBody>
                    <a:bodyPr/>
                    <a:lstStyle/>
                    <a:p>
                      <a:pPr algn="ctr"/>
                      <a:r>
                        <a:rPr lang="zh-CN" altLang="en-US" sz="1600" dirty="0">
                          <a:solidFill>
                            <a:schemeClr val="bg1">
                              <a:lumMod val="85000"/>
                            </a:schemeClr>
                          </a:solidFill>
                          <a:latin typeface="微软雅黑" panose="020B0503020204020204" pitchFamily="34" charset="-122"/>
                          <a:ea typeface="微软雅黑" panose="020B0503020204020204" pitchFamily="34" charset="-122"/>
                        </a:rPr>
                        <a:t>论文总结</a:t>
                      </a:r>
                      <a:endParaRPr lang="zh-CN" altLang="en-US" sz="1600" dirty="0">
                        <a:solidFill>
                          <a:schemeClr val="bg1">
                            <a:lumMod val="85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9" name="等腰三角形 8"/>
          <p:cNvSpPr/>
          <p:nvPr userDrawn="1"/>
        </p:nvSpPr>
        <p:spPr>
          <a:xfrm rot="5400000">
            <a:off x="11703390" y="6623925"/>
            <a:ext cx="160020" cy="137948"/>
          </a:xfrm>
          <a:prstGeom prst="triangle">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5BAA"/>
              </a:solidFill>
            </a:endParaRPr>
          </a:p>
        </p:txBody>
      </p:sp>
      <p:sp>
        <p:nvSpPr>
          <p:cNvPr id="21" name="等腰三角形 20"/>
          <p:cNvSpPr/>
          <p:nvPr userDrawn="1"/>
        </p:nvSpPr>
        <p:spPr>
          <a:xfrm rot="16200000">
            <a:off x="10971190" y="6623926"/>
            <a:ext cx="160020" cy="137948"/>
          </a:xfrm>
          <a:prstGeom prst="triangle">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5BAA"/>
              </a:solidFill>
            </a:endParaRPr>
          </a:p>
        </p:txBody>
      </p:sp>
      <p:cxnSp>
        <p:nvCxnSpPr>
          <p:cNvPr id="27" name="直接连接符 26"/>
          <p:cNvCxnSpPr/>
          <p:nvPr userDrawn="1"/>
        </p:nvCxnSpPr>
        <p:spPr>
          <a:xfrm>
            <a:off x="2788985" y="1268760"/>
            <a:ext cx="831206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2852340"/>
            <a:ext cx="1691680" cy="788186"/>
            <a:chOff x="0" y="1272662"/>
            <a:chExt cx="1691680" cy="788186"/>
          </a:xfrm>
        </p:grpSpPr>
        <p:sp>
          <p:nvSpPr>
            <p:cNvPr id="14" name="矩形 13"/>
            <p:cNvSpPr/>
            <p:nvPr userDrawn="1"/>
          </p:nvSpPr>
          <p:spPr>
            <a:xfrm>
              <a:off x="0" y="1272662"/>
              <a:ext cx="1691680" cy="788186"/>
            </a:xfrm>
            <a:prstGeom prst="rect">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lt1"/>
                  </a:solidFill>
                  <a:latin typeface="微软雅黑" panose="020B0503020204020204" pitchFamily="34" charset="-122"/>
                  <a:ea typeface="微软雅黑" panose="020B0503020204020204" pitchFamily="34" charset="-122"/>
                  <a:cs typeface="+mn-cs"/>
                </a:rPr>
                <a:t>研究综述</a:t>
              </a:r>
              <a:endParaRPr lang="zh-CN" altLang="en-US" sz="1600" kern="1200" dirty="0">
                <a:solidFill>
                  <a:schemeClr val="lt1"/>
                </a:solidFill>
                <a:latin typeface="微软雅黑" panose="020B0503020204020204" pitchFamily="34" charset="-122"/>
                <a:ea typeface="微软雅黑" panose="020B0503020204020204" pitchFamily="34" charset="-122"/>
                <a:cs typeface="+mn-cs"/>
              </a:endParaRPr>
            </a:p>
          </p:txBody>
        </p:sp>
        <p:sp>
          <p:nvSpPr>
            <p:cNvPr id="16" name="等腰三角形 15"/>
            <p:cNvSpPr/>
            <p:nvPr userDrawn="1"/>
          </p:nvSpPr>
          <p:spPr>
            <a:xfrm rot="16200000">
              <a:off x="1547664" y="1594748"/>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7" name="图片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0689" y="5626452"/>
            <a:ext cx="710302" cy="71030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成果应用">
    <p:spTree>
      <p:nvGrpSpPr>
        <p:cNvPr id="1" name=""/>
        <p:cNvGrpSpPr/>
        <p:nvPr/>
      </p:nvGrpSpPr>
      <p:grpSpPr>
        <a:xfrm>
          <a:off x="0" y="0"/>
          <a:ext cx="0" cy="0"/>
          <a:chOff x="0" y="0"/>
          <a:chExt cx="0" cy="0"/>
        </a:xfrm>
      </p:grpSpPr>
      <p:sp>
        <p:nvSpPr>
          <p:cNvPr id="15" name="矩形 14"/>
          <p:cNvSpPr/>
          <p:nvPr userDrawn="1"/>
        </p:nvSpPr>
        <p:spPr>
          <a:xfrm>
            <a:off x="0" y="6508234"/>
            <a:ext cx="12192000" cy="34976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 name="矩形 2"/>
          <p:cNvSpPr/>
          <p:nvPr userDrawn="1"/>
        </p:nvSpPr>
        <p:spPr>
          <a:xfrm>
            <a:off x="11199131" y="6499314"/>
            <a:ext cx="436338" cy="338554"/>
          </a:xfrm>
          <a:prstGeom prst="rect">
            <a:avLst/>
          </a:prstGeom>
        </p:spPr>
        <p:txBody>
          <a:bodyPr wrap="none">
            <a:spAutoFit/>
          </a:bodyPr>
          <a:lstStyle/>
          <a:p>
            <a:pPr algn="ctr" fontAlgn="ctr"/>
            <a:fld id="{170C0C04-E408-48A9-82A4-3716296300DE}" type="slidenum">
              <a:rPr lang="zh-CN" altLang="en-US" sz="1600" smtClean="0">
                <a:solidFill>
                  <a:srgbClr val="005BAA"/>
                </a:solidFill>
                <a:latin typeface="Arial Unicode MS" panose="020B0604020202020204" pitchFamily="34" charset="-122"/>
                <a:ea typeface="Arial Unicode MS" panose="020B0604020202020204" pitchFamily="34" charset="-122"/>
                <a:cs typeface="Arial Unicode MS" panose="020B0604020202020204" pitchFamily="34" charset="-122"/>
              </a:rPr>
            </a:fld>
            <a:endParaRPr lang="zh-CN" altLang="en-US" sz="1800" kern="0" dirty="0">
              <a:solidFill>
                <a:srgbClr val="005BAA"/>
              </a:solidFill>
              <a:latin typeface="+mn-lt"/>
              <a:ea typeface="宋体" panose="02010600030101010101" pitchFamily="2" charset="-122"/>
            </a:endParaRPr>
          </a:p>
        </p:txBody>
      </p:sp>
      <p:sp>
        <p:nvSpPr>
          <p:cNvPr id="7" name="矩形 6"/>
          <p:cNvSpPr/>
          <p:nvPr userDrawn="1"/>
        </p:nvSpPr>
        <p:spPr>
          <a:xfrm>
            <a:off x="0" y="0"/>
            <a:ext cx="1691680" cy="68580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 name="表格 12"/>
          <p:cNvGraphicFramePr>
            <a:graphicFrameLocks noGrp="1"/>
          </p:cNvGraphicFramePr>
          <p:nvPr userDrawn="1"/>
        </p:nvGraphicFramePr>
        <p:xfrm>
          <a:off x="0" y="1264858"/>
          <a:ext cx="1691680" cy="3960000"/>
        </p:xfrm>
        <a:graphic>
          <a:graphicData uri="http://schemas.openxmlformats.org/drawingml/2006/table">
            <a:tbl>
              <a:tblPr>
                <a:tableStyleId>{2D5ABB26-0587-4C30-8999-92F81FD0307C}</a:tableStyleId>
              </a:tblPr>
              <a:tblGrid>
                <a:gridCol w="1691680"/>
              </a:tblGrid>
              <a:tr h="792000">
                <a:tc>
                  <a:txBody>
                    <a:bodyPr/>
                    <a:lstStyle/>
                    <a:p>
                      <a:pPr marL="0" algn="ctr" defTabSz="914400" rtl="0" eaLnBrk="1" latinLnBrk="0" hangingPunct="1"/>
                      <a:r>
                        <a:rPr lang="zh-CN" altLang="en-US" sz="1600" kern="1200" dirty="0">
                          <a:solidFill>
                            <a:schemeClr val="bg1">
                              <a:lumMod val="85000"/>
                            </a:schemeClr>
                          </a:solidFill>
                          <a:latin typeface="微软雅黑" panose="020B0503020204020204" pitchFamily="34" charset="-122"/>
                          <a:ea typeface="微软雅黑" panose="020B0503020204020204" pitchFamily="34" charset="-122"/>
                          <a:cs typeface="+mn-cs"/>
                        </a:rPr>
                        <a:t>论文摘要</a:t>
                      </a:r>
                      <a:endParaRPr lang="zh-CN" altLang="en-US" sz="1600" kern="1200" dirty="0">
                        <a:solidFill>
                          <a:schemeClr val="bg1">
                            <a:lumMod val="85000"/>
                          </a:schemeClr>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r>
              <a:tr h="792000">
                <a:tc>
                  <a:txBody>
                    <a:bodyPr/>
                    <a:lstStyle/>
                    <a:p>
                      <a:pPr algn="ctr"/>
                      <a:r>
                        <a:rPr lang="zh-CN" altLang="en-US" sz="1600" dirty="0">
                          <a:solidFill>
                            <a:schemeClr val="bg1">
                              <a:lumMod val="85000"/>
                            </a:schemeClr>
                          </a:solidFill>
                          <a:latin typeface="微软雅黑" panose="020B0503020204020204" pitchFamily="34" charset="-122"/>
                          <a:ea typeface="微软雅黑" panose="020B0503020204020204" pitchFamily="34" charset="-122"/>
                        </a:rPr>
                        <a:t>论文背景</a:t>
                      </a:r>
                      <a:endParaRPr lang="zh-CN" altLang="en-US" sz="1600" dirty="0">
                        <a:solidFill>
                          <a:schemeClr val="bg1">
                            <a:lumMod val="85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r>
              <a:tr h="792000">
                <a:tc>
                  <a:txBody>
                    <a:bodyPr/>
                    <a:lstStyle/>
                    <a:p>
                      <a:pPr algn="ctr"/>
                      <a:r>
                        <a:rPr lang="zh-CN" altLang="en-US" sz="1600" dirty="0">
                          <a:solidFill>
                            <a:schemeClr val="bg1">
                              <a:lumMod val="85000"/>
                            </a:schemeClr>
                          </a:solidFill>
                          <a:latin typeface="微软雅黑" panose="020B0503020204020204" pitchFamily="34" charset="-122"/>
                          <a:ea typeface="微软雅黑" panose="020B0503020204020204" pitchFamily="34" charset="-122"/>
                        </a:rPr>
                        <a:t>研究综述</a:t>
                      </a:r>
                      <a:endParaRPr lang="zh-CN" altLang="en-US" sz="1600" dirty="0">
                        <a:solidFill>
                          <a:schemeClr val="bg1">
                            <a:lumMod val="85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r>
              <a:tr h="792000">
                <a:tc>
                  <a:txBody>
                    <a:bodyPr/>
                    <a:lstStyle/>
                    <a:p>
                      <a:pPr algn="ctr"/>
                      <a:r>
                        <a:rPr lang="zh-CN" altLang="en-US" sz="1600" dirty="0">
                          <a:solidFill>
                            <a:schemeClr val="bg1">
                              <a:lumMod val="85000"/>
                            </a:schemeClr>
                          </a:solidFill>
                          <a:latin typeface="微软雅黑" panose="020B0503020204020204" pitchFamily="34" charset="-122"/>
                          <a:ea typeface="微软雅黑" panose="020B0503020204020204" pitchFamily="34" charset="-122"/>
                        </a:rPr>
                        <a:t>成果应用</a:t>
                      </a:r>
                      <a:endParaRPr lang="zh-CN" altLang="en-US" sz="1600" dirty="0">
                        <a:solidFill>
                          <a:schemeClr val="bg1">
                            <a:lumMod val="85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r>
              <a:tr h="792000">
                <a:tc>
                  <a:txBody>
                    <a:bodyPr/>
                    <a:lstStyle/>
                    <a:p>
                      <a:pPr algn="ctr"/>
                      <a:r>
                        <a:rPr lang="zh-CN" altLang="en-US" sz="1600" dirty="0">
                          <a:solidFill>
                            <a:schemeClr val="bg1">
                              <a:lumMod val="85000"/>
                            </a:schemeClr>
                          </a:solidFill>
                          <a:latin typeface="微软雅黑" panose="020B0503020204020204" pitchFamily="34" charset="-122"/>
                          <a:ea typeface="微软雅黑" panose="020B0503020204020204" pitchFamily="34" charset="-122"/>
                        </a:rPr>
                        <a:t>论文总结</a:t>
                      </a:r>
                      <a:endParaRPr lang="zh-CN" altLang="en-US" sz="1600" dirty="0">
                        <a:solidFill>
                          <a:schemeClr val="bg1">
                            <a:lumMod val="85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9" name="等腰三角形 8"/>
          <p:cNvSpPr/>
          <p:nvPr userDrawn="1"/>
        </p:nvSpPr>
        <p:spPr>
          <a:xfrm rot="5400000">
            <a:off x="11703390" y="6623925"/>
            <a:ext cx="160020" cy="137948"/>
          </a:xfrm>
          <a:prstGeom prst="triangle">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等腰三角形 20"/>
          <p:cNvSpPr/>
          <p:nvPr userDrawn="1"/>
        </p:nvSpPr>
        <p:spPr>
          <a:xfrm rot="16200000">
            <a:off x="10971190" y="6623926"/>
            <a:ext cx="160020" cy="137948"/>
          </a:xfrm>
          <a:prstGeom prst="triangle">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p:cNvCxnSpPr/>
          <p:nvPr userDrawn="1"/>
        </p:nvCxnSpPr>
        <p:spPr>
          <a:xfrm>
            <a:off x="2788985" y="1268760"/>
            <a:ext cx="831206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7" name="组合 16"/>
          <p:cNvGrpSpPr/>
          <p:nvPr userDrawn="1"/>
        </p:nvGrpSpPr>
        <p:grpSpPr>
          <a:xfrm>
            <a:off x="0" y="3641810"/>
            <a:ext cx="1691680" cy="788186"/>
            <a:chOff x="0" y="1272662"/>
            <a:chExt cx="1691680" cy="788186"/>
          </a:xfrm>
        </p:grpSpPr>
        <p:sp>
          <p:nvSpPr>
            <p:cNvPr id="18" name="矩形 17"/>
            <p:cNvSpPr/>
            <p:nvPr userDrawn="1"/>
          </p:nvSpPr>
          <p:spPr>
            <a:xfrm>
              <a:off x="0" y="1272662"/>
              <a:ext cx="1691680" cy="788186"/>
            </a:xfrm>
            <a:prstGeom prst="rect">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lt1"/>
                  </a:solidFill>
                  <a:latin typeface="微软雅黑" panose="020B0503020204020204" pitchFamily="34" charset="-122"/>
                  <a:ea typeface="微软雅黑" panose="020B0503020204020204" pitchFamily="34" charset="-122"/>
                  <a:cs typeface="+mn-cs"/>
                </a:rPr>
                <a:t>成果应用</a:t>
              </a:r>
              <a:endParaRPr lang="zh-CN" altLang="en-US" sz="1600" kern="1200" dirty="0">
                <a:solidFill>
                  <a:schemeClr val="lt1"/>
                </a:solidFill>
                <a:latin typeface="微软雅黑" panose="020B0503020204020204" pitchFamily="34" charset="-122"/>
                <a:ea typeface="微软雅黑" panose="020B0503020204020204" pitchFamily="34" charset="-122"/>
                <a:cs typeface="+mn-cs"/>
              </a:endParaRPr>
            </a:p>
          </p:txBody>
        </p:sp>
        <p:sp>
          <p:nvSpPr>
            <p:cNvPr id="19" name="等腰三角形 18"/>
            <p:cNvSpPr/>
            <p:nvPr userDrawn="1"/>
          </p:nvSpPr>
          <p:spPr>
            <a:xfrm rot="16200000">
              <a:off x="1547664" y="1594748"/>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0689" y="5626452"/>
            <a:ext cx="710302" cy="71030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总结">
    <p:spTree>
      <p:nvGrpSpPr>
        <p:cNvPr id="1" name=""/>
        <p:cNvGrpSpPr/>
        <p:nvPr/>
      </p:nvGrpSpPr>
      <p:grpSpPr>
        <a:xfrm>
          <a:off x="0" y="0"/>
          <a:ext cx="0" cy="0"/>
          <a:chOff x="0" y="0"/>
          <a:chExt cx="0" cy="0"/>
        </a:xfrm>
      </p:grpSpPr>
      <p:sp>
        <p:nvSpPr>
          <p:cNvPr id="15" name="矩形 14"/>
          <p:cNvSpPr/>
          <p:nvPr userDrawn="1"/>
        </p:nvSpPr>
        <p:spPr>
          <a:xfrm>
            <a:off x="0" y="6508234"/>
            <a:ext cx="12192000" cy="34976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 name="矩形 2"/>
          <p:cNvSpPr/>
          <p:nvPr userDrawn="1"/>
        </p:nvSpPr>
        <p:spPr>
          <a:xfrm>
            <a:off x="11199131" y="6499314"/>
            <a:ext cx="436338" cy="338554"/>
          </a:xfrm>
          <a:prstGeom prst="rect">
            <a:avLst/>
          </a:prstGeom>
        </p:spPr>
        <p:txBody>
          <a:bodyPr wrap="none">
            <a:spAutoFit/>
          </a:bodyPr>
          <a:lstStyle/>
          <a:p>
            <a:pPr algn="ctr" fontAlgn="ctr"/>
            <a:fld id="{170C0C04-E408-48A9-82A4-3716296300DE}" type="slidenum">
              <a:rPr lang="zh-CN" altLang="en-US" sz="1600" smtClean="0">
                <a:solidFill>
                  <a:srgbClr val="005BAA"/>
                </a:solidFill>
                <a:latin typeface="Arial Unicode MS" panose="020B0604020202020204" pitchFamily="34" charset="-122"/>
                <a:ea typeface="Arial Unicode MS" panose="020B0604020202020204" pitchFamily="34" charset="-122"/>
                <a:cs typeface="Arial Unicode MS" panose="020B0604020202020204" pitchFamily="34" charset="-122"/>
              </a:rPr>
            </a:fld>
            <a:endParaRPr lang="zh-CN" altLang="en-US" sz="1800" kern="0" dirty="0">
              <a:solidFill>
                <a:srgbClr val="005BAA"/>
              </a:solidFill>
              <a:latin typeface="+mn-lt"/>
              <a:ea typeface="宋体" panose="02010600030101010101" pitchFamily="2" charset="-122"/>
            </a:endParaRPr>
          </a:p>
        </p:txBody>
      </p:sp>
      <p:sp>
        <p:nvSpPr>
          <p:cNvPr id="7" name="矩形 6"/>
          <p:cNvSpPr/>
          <p:nvPr userDrawn="1"/>
        </p:nvSpPr>
        <p:spPr>
          <a:xfrm>
            <a:off x="0" y="0"/>
            <a:ext cx="1691680" cy="68580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 name="表格 12"/>
          <p:cNvGraphicFramePr>
            <a:graphicFrameLocks noGrp="1"/>
          </p:cNvGraphicFramePr>
          <p:nvPr userDrawn="1"/>
        </p:nvGraphicFramePr>
        <p:xfrm>
          <a:off x="0" y="1264858"/>
          <a:ext cx="1691680" cy="3960000"/>
        </p:xfrm>
        <a:graphic>
          <a:graphicData uri="http://schemas.openxmlformats.org/drawingml/2006/table">
            <a:tbl>
              <a:tblPr>
                <a:tableStyleId>{2D5ABB26-0587-4C30-8999-92F81FD0307C}</a:tableStyleId>
              </a:tblPr>
              <a:tblGrid>
                <a:gridCol w="1691680"/>
              </a:tblGrid>
              <a:tr h="792000">
                <a:tc>
                  <a:txBody>
                    <a:bodyPr/>
                    <a:lstStyle/>
                    <a:p>
                      <a:pPr marL="0" algn="ctr" defTabSz="914400" rtl="0" eaLnBrk="1" latinLnBrk="0" hangingPunct="1"/>
                      <a:r>
                        <a:rPr lang="zh-CN" altLang="en-US" sz="1600" kern="1200" dirty="0">
                          <a:solidFill>
                            <a:schemeClr val="bg1">
                              <a:lumMod val="85000"/>
                            </a:schemeClr>
                          </a:solidFill>
                          <a:latin typeface="微软雅黑" panose="020B0503020204020204" pitchFamily="34" charset="-122"/>
                          <a:ea typeface="微软雅黑" panose="020B0503020204020204" pitchFamily="34" charset="-122"/>
                          <a:cs typeface="+mn-cs"/>
                        </a:rPr>
                        <a:t>论文摘要</a:t>
                      </a:r>
                      <a:endParaRPr lang="zh-CN" altLang="en-US" sz="1600" kern="1200" dirty="0">
                        <a:solidFill>
                          <a:schemeClr val="bg1">
                            <a:lumMod val="85000"/>
                          </a:schemeClr>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r>
              <a:tr h="792000">
                <a:tc>
                  <a:txBody>
                    <a:bodyPr/>
                    <a:lstStyle/>
                    <a:p>
                      <a:pPr algn="ctr"/>
                      <a:r>
                        <a:rPr lang="zh-CN" altLang="en-US" sz="1600" dirty="0">
                          <a:solidFill>
                            <a:schemeClr val="bg1">
                              <a:lumMod val="85000"/>
                            </a:schemeClr>
                          </a:solidFill>
                          <a:latin typeface="微软雅黑" panose="020B0503020204020204" pitchFamily="34" charset="-122"/>
                          <a:ea typeface="微软雅黑" panose="020B0503020204020204" pitchFamily="34" charset="-122"/>
                        </a:rPr>
                        <a:t>论文背景</a:t>
                      </a:r>
                      <a:endParaRPr lang="zh-CN" altLang="en-US" sz="1600" dirty="0">
                        <a:solidFill>
                          <a:schemeClr val="bg1">
                            <a:lumMod val="85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r>
              <a:tr h="792000">
                <a:tc>
                  <a:txBody>
                    <a:bodyPr/>
                    <a:lstStyle/>
                    <a:p>
                      <a:pPr algn="ctr"/>
                      <a:r>
                        <a:rPr lang="zh-CN" altLang="en-US" sz="1600" dirty="0">
                          <a:solidFill>
                            <a:schemeClr val="bg1">
                              <a:lumMod val="85000"/>
                            </a:schemeClr>
                          </a:solidFill>
                          <a:latin typeface="微软雅黑" panose="020B0503020204020204" pitchFamily="34" charset="-122"/>
                          <a:ea typeface="微软雅黑" panose="020B0503020204020204" pitchFamily="34" charset="-122"/>
                        </a:rPr>
                        <a:t>研究综述</a:t>
                      </a:r>
                      <a:endParaRPr lang="zh-CN" altLang="en-US" sz="1600" dirty="0">
                        <a:solidFill>
                          <a:schemeClr val="bg1">
                            <a:lumMod val="85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r>
              <a:tr h="792000">
                <a:tc>
                  <a:txBody>
                    <a:bodyPr/>
                    <a:lstStyle/>
                    <a:p>
                      <a:pPr algn="ctr"/>
                      <a:r>
                        <a:rPr lang="zh-CN" altLang="en-US" sz="1600" dirty="0">
                          <a:solidFill>
                            <a:schemeClr val="bg1">
                              <a:lumMod val="85000"/>
                            </a:schemeClr>
                          </a:solidFill>
                          <a:latin typeface="微软雅黑" panose="020B0503020204020204" pitchFamily="34" charset="-122"/>
                          <a:ea typeface="微软雅黑" panose="020B0503020204020204" pitchFamily="34" charset="-122"/>
                        </a:rPr>
                        <a:t>成果应用</a:t>
                      </a:r>
                      <a:endParaRPr lang="zh-CN" altLang="en-US" sz="1600" dirty="0">
                        <a:solidFill>
                          <a:schemeClr val="bg1">
                            <a:lumMod val="85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r>
              <a:tr h="792000">
                <a:tc>
                  <a:txBody>
                    <a:bodyPr/>
                    <a:lstStyle/>
                    <a:p>
                      <a:pPr algn="ctr"/>
                      <a:r>
                        <a:rPr lang="zh-CN" altLang="en-US" sz="1600" dirty="0">
                          <a:solidFill>
                            <a:schemeClr val="bg1">
                              <a:lumMod val="85000"/>
                            </a:schemeClr>
                          </a:solidFill>
                          <a:latin typeface="微软雅黑" panose="020B0503020204020204" pitchFamily="34" charset="-122"/>
                          <a:ea typeface="微软雅黑" panose="020B0503020204020204" pitchFamily="34" charset="-122"/>
                        </a:rPr>
                        <a:t>论文总结</a:t>
                      </a:r>
                      <a:endParaRPr lang="zh-CN" altLang="en-US" sz="1600" dirty="0">
                        <a:solidFill>
                          <a:schemeClr val="bg1">
                            <a:lumMod val="85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9" name="等腰三角形 8"/>
          <p:cNvSpPr/>
          <p:nvPr userDrawn="1"/>
        </p:nvSpPr>
        <p:spPr>
          <a:xfrm rot="5400000">
            <a:off x="11703390" y="6623925"/>
            <a:ext cx="160020" cy="137948"/>
          </a:xfrm>
          <a:prstGeom prst="triangle">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等腰三角形 20"/>
          <p:cNvSpPr/>
          <p:nvPr userDrawn="1"/>
        </p:nvSpPr>
        <p:spPr>
          <a:xfrm rot="16200000">
            <a:off x="10971190" y="6623926"/>
            <a:ext cx="160020" cy="137948"/>
          </a:xfrm>
          <a:prstGeom prst="triangle">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p:cNvCxnSpPr/>
          <p:nvPr userDrawn="1"/>
        </p:nvCxnSpPr>
        <p:spPr>
          <a:xfrm>
            <a:off x="2788985" y="1268760"/>
            <a:ext cx="831206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431930"/>
            <a:ext cx="1691680" cy="788186"/>
            <a:chOff x="0" y="1272662"/>
            <a:chExt cx="1691680" cy="788186"/>
          </a:xfrm>
        </p:grpSpPr>
        <p:sp>
          <p:nvSpPr>
            <p:cNvPr id="14" name="矩形 13"/>
            <p:cNvSpPr/>
            <p:nvPr userDrawn="1"/>
          </p:nvSpPr>
          <p:spPr>
            <a:xfrm>
              <a:off x="0" y="1272662"/>
              <a:ext cx="1691680" cy="788186"/>
            </a:xfrm>
            <a:prstGeom prst="rect">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kern="1200" dirty="0">
                  <a:solidFill>
                    <a:schemeClr val="lt1"/>
                  </a:solidFill>
                  <a:latin typeface="微软雅黑" panose="020B0503020204020204" pitchFamily="34" charset="-122"/>
                  <a:ea typeface="微软雅黑" panose="020B0503020204020204" pitchFamily="34" charset="-122"/>
                  <a:cs typeface="+mn-cs"/>
                </a:rPr>
                <a:t>论文总结</a:t>
              </a:r>
              <a:endParaRPr lang="zh-CN" altLang="en-US" sz="1600" kern="1200" dirty="0">
                <a:solidFill>
                  <a:schemeClr val="lt1"/>
                </a:solidFill>
                <a:latin typeface="微软雅黑" panose="020B0503020204020204" pitchFamily="34" charset="-122"/>
                <a:ea typeface="微软雅黑" panose="020B0503020204020204" pitchFamily="34" charset="-122"/>
                <a:cs typeface="+mn-cs"/>
              </a:endParaRPr>
            </a:p>
          </p:txBody>
        </p:sp>
        <p:sp>
          <p:nvSpPr>
            <p:cNvPr id="16" name="等腰三角形 15"/>
            <p:cNvSpPr/>
            <p:nvPr userDrawn="1"/>
          </p:nvSpPr>
          <p:spPr>
            <a:xfrm rot="16200000">
              <a:off x="1547664" y="1594748"/>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7" name="图片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0689" y="5626452"/>
            <a:ext cx="710302" cy="71030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A96E64-783D-463C-BA44-F5AF67B46485}"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C676CA-DACA-4216-AE75-62203F83776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mc:AlternateContent xmlns:mc="http://schemas.openxmlformats.org/markup-compatibility/2006">
    <mc:Choice xmlns:p14="http://schemas.microsoft.com/office/powerpoint/2010/main" Requires="p14">
      <p:transition spd="slow" p14:dur="2000" advTm="3000"/>
    </mc:Choice>
    <mc:Fallback>
      <p:transition spd="slow"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image" Target="../media/image3.jpeg"/><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notesSlide" Target="../notesSlides/notesSlide2.xml"/><Relationship Id="rId10" Type="http://schemas.openxmlformats.org/officeDocument/2006/relationships/slideLayout" Target="../slideLayouts/slideLayout16.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8" Type="http://schemas.openxmlformats.org/officeDocument/2006/relationships/notesSlide" Target="../notesSlides/notesSlide3.xml"/><Relationship Id="rId17" Type="http://schemas.openxmlformats.org/officeDocument/2006/relationships/slideLayout" Target="../slideLayouts/slideLayout16.xml"/><Relationship Id="rId16" Type="http://schemas.openxmlformats.org/officeDocument/2006/relationships/tags" Target="../tags/tag24.xml"/><Relationship Id="rId15" Type="http://schemas.openxmlformats.org/officeDocument/2006/relationships/tags" Target="../tags/tag23.xml"/><Relationship Id="rId14" Type="http://schemas.openxmlformats.org/officeDocument/2006/relationships/tags" Target="../tags/tag22.xml"/><Relationship Id="rId13" Type="http://schemas.openxmlformats.org/officeDocument/2006/relationships/tags" Target="../tags/tag21.xml"/><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8" Type="http://schemas.openxmlformats.org/officeDocument/2006/relationships/notesSlide" Target="../notesSlides/notesSlide4.xml"/><Relationship Id="rId27" Type="http://schemas.openxmlformats.org/officeDocument/2006/relationships/slideLayout" Target="../slideLayouts/slideLayout16.xml"/><Relationship Id="rId26" Type="http://schemas.openxmlformats.org/officeDocument/2006/relationships/tags" Target="../tags/tag50.xml"/><Relationship Id="rId25" Type="http://schemas.openxmlformats.org/officeDocument/2006/relationships/tags" Target="../tags/tag49.xml"/><Relationship Id="rId24" Type="http://schemas.openxmlformats.org/officeDocument/2006/relationships/tags" Target="../tags/tag48.xml"/><Relationship Id="rId23" Type="http://schemas.openxmlformats.org/officeDocument/2006/relationships/tags" Target="../tags/tag47.xml"/><Relationship Id="rId22" Type="http://schemas.openxmlformats.org/officeDocument/2006/relationships/tags" Target="../tags/tag46.xml"/><Relationship Id="rId21" Type="http://schemas.openxmlformats.org/officeDocument/2006/relationships/tags" Target="../tags/tag45.xml"/><Relationship Id="rId20" Type="http://schemas.openxmlformats.org/officeDocument/2006/relationships/tags" Target="../tags/tag44.xml"/><Relationship Id="rId2" Type="http://schemas.openxmlformats.org/officeDocument/2006/relationships/tags" Target="../tags/tag26.xml"/><Relationship Id="rId19" Type="http://schemas.openxmlformats.org/officeDocument/2006/relationships/tags" Target="../tags/tag43.xml"/><Relationship Id="rId18" Type="http://schemas.openxmlformats.org/officeDocument/2006/relationships/tags" Target="../tags/tag42.xml"/><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5.xml"/></Relationships>
</file>

<file path=ppt/slides/_rels/slide5.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image" Target="../media/image7.jpeg"/><Relationship Id="rId7" Type="http://schemas.openxmlformats.org/officeDocument/2006/relationships/tags" Target="../tags/tag54.xml"/><Relationship Id="rId6" Type="http://schemas.openxmlformats.org/officeDocument/2006/relationships/image" Target="../media/image6.jpeg"/><Relationship Id="rId5" Type="http://schemas.openxmlformats.org/officeDocument/2006/relationships/tags" Target="../tags/tag53.xml"/><Relationship Id="rId4" Type="http://schemas.openxmlformats.org/officeDocument/2006/relationships/image" Target="../media/image5.jpeg"/><Relationship Id="rId3" Type="http://schemas.openxmlformats.org/officeDocument/2006/relationships/tags" Target="../tags/tag52.xml"/><Relationship Id="rId23" Type="http://schemas.openxmlformats.org/officeDocument/2006/relationships/notesSlide" Target="../notesSlides/notesSlide5.xml"/><Relationship Id="rId22" Type="http://schemas.openxmlformats.org/officeDocument/2006/relationships/slideLayout" Target="../slideLayouts/slideLayout16.xml"/><Relationship Id="rId21" Type="http://schemas.openxmlformats.org/officeDocument/2006/relationships/image" Target="../media/image8.png"/><Relationship Id="rId20" Type="http://schemas.openxmlformats.org/officeDocument/2006/relationships/tags" Target="../tags/tag66.xml"/><Relationship Id="rId2" Type="http://schemas.openxmlformats.org/officeDocument/2006/relationships/image" Target="../media/image4.jpeg"/><Relationship Id="rId19" Type="http://schemas.openxmlformats.org/officeDocument/2006/relationships/tags" Target="../tags/tag65.xml"/><Relationship Id="rId18" Type="http://schemas.openxmlformats.org/officeDocument/2006/relationships/tags" Target="../tags/tag64.xml"/><Relationship Id="rId17" Type="http://schemas.openxmlformats.org/officeDocument/2006/relationships/tags" Target="../tags/tag63.xml"/><Relationship Id="rId16" Type="http://schemas.openxmlformats.org/officeDocument/2006/relationships/tags" Target="../tags/tag62.xml"/><Relationship Id="rId15" Type="http://schemas.openxmlformats.org/officeDocument/2006/relationships/tags" Target="../tags/tag61.xml"/><Relationship Id="rId14" Type="http://schemas.openxmlformats.org/officeDocument/2006/relationships/tags" Target="../tags/tag60.xml"/><Relationship Id="rId13" Type="http://schemas.openxmlformats.org/officeDocument/2006/relationships/tags" Target="../tags/tag59.xml"/><Relationship Id="rId12" Type="http://schemas.openxmlformats.org/officeDocument/2006/relationships/tags" Target="../tags/tag58.xml"/><Relationship Id="rId11" Type="http://schemas.openxmlformats.org/officeDocument/2006/relationships/tags" Target="../tags/tag57.xml"/><Relationship Id="rId10" Type="http://schemas.openxmlformats.org/officeDocument/2006/relationships/tags" Target="../tags/tag56.xml"/><Relationship Id="rId1" Type="http://schemas.openxmlformats.org/officeDocument/2006/relationships/tags" Target="../tags/tag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203950"/>
            <a:ext cx="12192000" cy="654050"/>
          </a:xfrm>
          <a:prstGeom prst="rect">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5" name="矩形 4"/>
          <p:cNvSpPr/>
          <p:nvPr/>
        </p:nvSpPr>
        <p:spPr>
          <a:xfrm>
            <a:off x="0" y="5437187"/>
            <a:ext cx="766763" cy="766763"/>
          </a:xfrm>
          <a:prstGeom prst="rect">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 name="矩形 5"/>
          <p:cNvSpPr/>
          <p:nvPr/>
        </p:nvSpPr>
        <p:spPr>
          <a:xfrm>
            <a:off x="1259174" y="5038725"/>
            <a:ext cx="659568" cy="766763"/>
          </a:xfrm>
          <a:prstGeom prst="rect">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7" name="矩形 6"/>
          <p:cNvSpPr/>
          <p:nvPr/>
        </p:nvSpPr>
        <p:spPr>
          <a:xfrm>
            <a:off x="436979" y="4470767"/>
            <a:ext cx="585371" cy="585371"/>
          </a:xfrm>
          <a:prstGeom prst="rect">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8" name="矩形 7"/>
          <p:cNvSpPr/>
          <p:nvPr/>
        </p:nvSpPr>
        <p:spPr>
          <a:xfrm>
            <a:off x="1754982" y="4631285"/>
            <a:ext cx="327520" cy="327520"/>
          </a:xfrm>
          <a:prstGeom prst="rect">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9" name="矩形 8"/>
          <p:cNvSpPr/>
          <p:nvPr/>
        </p:nvSpPr>
        <p:spPr>
          <a:xfrm>
            <a:off x="8128000" y="3124400"/>
            <a:ext cx="4064000" cy="304599"/>
          </a:xfrm>
          <a:prstGeom prst="rect">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1" name="文本框 10"/>
          <p:cNvSpPr txBox="1"/>
          <p:nvPr/>
        </p:nvSpPr>
        <p:spPr>
          <a:xfrm>
            <a:off x="5329555" y="3542030"/>
            <a:ext cx="6395720" cy="1445260"/>
          </a:xfrm>
          <a:prstGeom prst="rect">
            <a:avLst/>
          </a:prstGeom>
          <a:noFill/>
        </p:spPr>
        <p:txBody>
          <a:bodyPr wrap="square" rtlCol="0">
            <a:spAutoFit/>
          </a:bodyPr>
          <a:lstStyle/>
          <a:p>
            <a:pPr algn="dist"/>
            <a:r>
              <a:rPr lang="en-US" altLang="zh-CN" sz="4400" b="1" dirty="0">
                <a:solidFill>
                  <a:srgbClr val="005BAA"/>
                </a:solidFill>
                <a:latin typeface="字魂58号-创中黑" panose="00000500000000000000" pitchFamily="2" charset="-122"/>
                <a:ea typeface="字魂58号-创中黑" panose="00000500000000000000" pitchFamily="2" charset="-122"/>
                <a:cs typeface="Arial" panose="020B0604020202020204" pitchFamily="34" charset="0"/>
                <a:sym typeface="字魂58号-创中黑" panose="00000500000000000000" pitchFamily="2" charset="-122"/>
              </a:rPr>
              <a:t>Timnit Gebru </a:t>
            </a:r>
            <a:r>
              <a:rPr lang="zh-CN" altLang="en-US" sz="4400" b="1" dirty="0">
                <a:solidFill>
                  <a:srgbClr val="005BAA"/>
                </a:solidFill>
                <a:latin typeface="字魂58号-创中黑" panose="00000500000000000000" pitchFamily="2" charset="-122"/>
                <a:ea typeface="字魂58号-创中黑" panose="00000500000000000000" pitchFamily="2" charset="-122"/>
                <a:cs typeface="Arial" panose="020B0604020202020204" pitchFamily="34" charset="0"/>
                <a:sym typeface="字魂58号-创中黑" panose="00000500000000000000" pitchFamily="2" charset="-122"/>
              </a:rPr>
              <a:t>事件：</a:t>
            </a:r>
            <a:r>
              <a:rPr lang="en-US" altLang="zh-CN" sz="4400" b="1" dirty="0">
                <a:solidFill>
                  <a:srgbClr val="005BAA"/>
                </a:solidFill>
                <a:latin typeface="字魂58号-创中黑" panose="00000500000000000000" pitchFamily="2" charset="-122"/>
                <a:ea typeface="字魂58号-创中黑" panose="00000500000000000000" pitchFamily="2" charset="-122"/>
                <a:cs typeface="Arial" panose="020B0604020202020204" pitchFamily="34" charset="0"/>
                <a:sym typeface="字魂58号-创中黑" panose="00000500000000000000" pitchFamily="2" charset="-122"/>
              </a:rPr>
              <a:t>AI</a:t>
            </a:r>
            <a:r>
              <a:rPr lang="zh-CN" altLang="en-US" sz="4400" b="1" dirty="0">
                <a:solidFill>
                  <a:srgbClr val="005BAA"/>
                </a:solidFill>
                <a:latin typeface="字魂58号-创中黑" panose="00000500000000000000" pitchFamily="2" charset="-122"/>
                <a:ea typeface="字魂58号-创中黑" panose="00000500000000000000" pitchFamily="2" charset="-122"/>
                <a:cs typeface="Arial" panose="020B0604020202020204" pitchFamily="34" charset="0"/>
                <a:sym typeface="字魂58号-创中黑" panose="00000500000000000000" pitchFamily="2" charset="-122"/>
              </a:rPr>
              <a:t>系统研究的伦理与权力边界</a:t>
            </a:r>
            <a:endParaRPr lang="zh-CN" altLang="en-US" sz="4400" b="1" dirty="0">
              <a:solidFill>
                <a:srgbClr val="005BAA"/>
              </a:solidFill>
              <a:latin typeface="字魂58号-创中黑" panose="00000500000000000000" pitchFamily="2" charset="-122"/>
              <a:ea typeface="字魂58号-创中黑" panose="00000500000000000000" pitchFamily="2" charset="-122"/>
              <a:cs typeface="Arial" panose="020B0604020202020204" pitchFamily="34" charset="0"/>
              <a:sym typeface="字魂58号-创中黑" panose="00000500000000000000" pitchFamily="2" charset="-122"/>
            </a:endParaRPr>
          </a:p>
        </p:txBody>
      </p:sp>
      <p:cxnSp>
        <p:nvCxnSpPr>
          <p:cNvPr id="14" name="直接连接符 13"/>
          <p:cNvCxnSpPr/>
          <p:nvPr/>
        </p:nvCxnSpPr>
        <p:spPr>
          <a:xfrm>
            <a:off x="5329238" y="4252913"/>
            <a:ext cx="5872162" cy="0"/>
          </a:xfrm>
          <a:prstGeom prst="line">
            <a:avLst/>
          </a:prstGeom>
          <a:ln w="19050">
            <a:solidFill>
              <a:srgbClr val="005BAA"/>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169583" y="161383"/>
            <a:ext cx="6035660" cy="338554"/>
          </a:xfrm>
          <a:prstGeom prst="rect">
            <a:avLst/>
          </a:prstGeom>
          <a:noFill/>
        </p:spPr>
        <p:txBody>
          <a:bodyPr wrap="square" rtlCol="0">
            <a:spAutoFit/>
          </a:bodyPr>
          <a:lstStyle/>
          <a:p>
            <a:pPr algn="dist">
              <a:buNone/>
            </a:pPr>
            <a:r>
              <a:rPr lang="en-US" altLang="zh-CN" sz="1600" dirty="0">
                <a:solidFill>
                  <a:schemeClr val="tx1">
                    <a:lumMod val="50000"/>
                    <a:lumOff val="50000"/>
                  </a:schemeClr>
                </a:solidFill>
                <a:latin typeface="字魂58号-创中黑" panose="00000500000000000000" pitchFamily="2" charset="-122"/>
                <a:ea typeface="字魂58号-创中黑" panose="00000500000000000000" pitchFamily="2" charset="-122"/>
                <a:sym typeface="Calibri" panose="020F0502020204030204" pitchFamily="34" charset="0"/>
              </a:rPr>
              <a:t>University Of Science And Technology Of China</a:t>
            </a:r>
            <a:endParaRPr lang="en-US" altLang="zh-CN" sz="1600" dirty="0">
              <a:solidFill>
                <a:schemeClr val="tx1">
                  <a:lumMod val="50000"/>
                  <a:lumOff val="50000"/>
                </a:schemeClr>
              </a:solidFill>
              <a:latin typeface="字魂58号-创中黑" panose="00000500000000000000" pitchFamily="2" charset="-122"/>
              <a:ea typeface="字魂58号-创中黑" panose="00000500000000000000" pitchFamily="2" charset="-122"/>
              <a:sym typeface="Calibri" panose="020F0502020204030204" pitchFamily="34" charset="0"/>
            </a:endParaRPr>
          </a:p>
        </p:txBody>
      </p:sp>
      <p:sp>
        <p:nvSpPr>
          <p:cNvPr id="16" name="文本框 15"/>
          <p:cNvSpPr txBox="1"/>
          <p:nvPr/>
        </p:nvSpPr>
        <p:spPr>
          <a:xfrm>
            <a:off x="8128000" y="2201071"/>
            <a:ext cx="1886755" cy="923330"/>
          </a:xfrm>
          <a:prstGeom prst="rect">
            <a:avLst/>
          </a:prstGeom>
          <a:noFill/>
        </p:spPr>
        <p:txBody>
          <a:bodyPr wrap="square" rtlCol="0">
            <a:spAutoFit/>
          </a:bodyPr>
          <a:lstStyle/>
          <a:p>
            <a:pPr algn="dist"/>
            <a:r>
              <a:rPr lang="zh-CN" altLang="en-US" sz="5400" b="1"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答辩</a:t>
            </a:r>
            <a:endParaRPr lang="en-US" altLang="zh-CN" sz="5400" b="1"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pic>
        <p:nvPicPr>
          <p:cNvPr id="20" name="图片 1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225563" y="2056689"/>
            <a:ext cx="1372310" cy="13723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2"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additive="base">
                                        <p:cTn id="14" dur="500" fill="hold"/>
                                        <p:tgtEl>
                                          <p:spTgt spid="16"/>
                                        </p:tgtEl>
                                        <p:attrNameLst>
                                          <p:attrName>ppt_x</p:attrName>
                                        </p:attrNameLst>
                                      </p:cBhvr>
                                      <p:tavLst>
                                        <p:tav tm="0">
                                          <p:val>
                                            <p:strVal val="1+#ppt_w/2"/>
                                          </p:val>
                                        </p:tav>
                                        <p:tav tm="100000">
                                          <p:val>
                                            <p:strVal val="#ppt_x"/>
                                          </p:val>
                                        </p:tav>
                                      </p:tavLst>
                                    </p:anim>
                                    <p:anim calcmode="lin" valueType="num">
                                      <p:cBhvr additive="base">
                                        <p:cTn id="15" dur="500" fill="hold"/>
                                        <p:tgtEl>
                                          <p:spTgt spid="16"/>
                                        </p:tgtEl>
                                        <p:attrNameLst>
                                          <p:attrName>ppt_y</p:attrName>
                                        </p:attrNameLst>
                                      </p:cBhvr>
                                      <p:tavLst>
                                        <p:tav tm="0">
                                          <p:val>
                                            <p:strVal val="#ppt_y"/>
                                          </p:val>
                                        </p:tav>
                                        <p:tav tm="100000">
                                          <p:val>
                                            <p:strVal val="#ppt_y"/>
                                          </p:val>
                                        </p:tav>
                                      </p:tavLst>
                                    </p:anim>
                                  </p:childTnLst>
                                </p:cTn>
                              </p:par>
                              <p:par>
                                <p:cTn id="16" presetID="2" presetClass="entr" presetSubtype="2"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1+#ppt_w/2"/>
                                          </p:val>
                                        </p:tav>
                                        <p:tav tm="100000">
                                          <p:val>
                                            <p:strVal val="#ppt_x"/>
                                          </p:val>
                                        </p:tav>
                                      </p:tavLst>
                                    </p:anim>
                                    <p:anim calcmode="lin" valueType="num">
                                      <p:cBhvr additive="base">
                                        <p:cTn id="19" dur="500" fill="hold"/>
                                        <p:tgtEl>
                                          <p:spTgt spid="9"/>
                                        </p:tgtEl>
                                        <p:attrNameLst>
                                          <p:attrName>ppt_y</p:attrName>
                                        </p:attrNameLst>
                                      </p:cBhvr>
                                      <p:tavLst>
                                        <p:tav tm="0">
                                          <p:val>
                                            <p:strVal val="#ppt_y"/>
                                          </p:val>
                                        </p:tav>
                                        <p:tav tm="100000">
                                          <p:val>
                                            <p:strVal val="#ppt_y"/>
                                          </p:val>
                                        </p:tav>
                                      </p:tavLst>
                                    </p:anim>
                                  </p:childTnLst>
                                </p:cTn>
                              </p:par>
                              <p:par>
                                <p:cTn id="20" presetID="2" presetClass="entr" presetSubtype="2"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1+#ppt_w/2"/>
                                          </p:val>
                                        </p:tav>
                                        <p:tav tm="100000">
                                          <p:val>
                                            <p:strVal val="#ppt_x"/>
                                          </p:val>
                                        </p:tav>
                                      </p:tavLst>
                                    </p:anim>
                                    <p:anim calcmode="lin" valueType="num">
                                      <p:cBhvr additive="base">
                                        <p:cTn id="23" dur="500" fill="hold"/>
                                        <p:tgtEl>
                                          <p:spTgt spid="11"/>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additive="base">
                                        <p:cTn id="26" dur="500" fill="hold"/>
                                        <p:tgtEl>
                                          <p:spTgt spid="14"/>
                                        </p:tgtEl>
                                        <p:attrNameLst>
                                          <p:attrName>ppt_x</p:attrName>
                                        </p:attrNameLst>
                                      </p:cBhvr>
                                      <p:tavLst>
                                        <p:tav tm="0">
                                          <p:val>
                                            <p:strVal val="1+#ppt_w/2"/>
                                          </p:val>
                                        </p:tav>
                                        <p:tav tm="100000">
                                          <p:val>
                                            <p:strVal val="#ppt_x"/>
                                          </p:val>
                                        </p:tav>
                                      </p:tavLst>
                                    </p:anim>
                                    <p:anim calcmode="lin" valueType="num">
                                      <p:cBhvr additive="base">
                                        <p:cTn id="27"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1000"/>
                                        <p:tgtEl>
                                          <p:spTgt spid="5"/>
                                        </p:tgtEl>
                                      </p:cBhvr>
                                    </p:animEffect>
                                    <p:anim calcmode="lin" valueType="num">
                                      <p:cBhvr>
                                        <p:cTn id="38" dur="1000" fill="hold"/>
                                        <p:tgtEl>
                                          <p:spTgt spid="5"/>
                                        </p:tgtEl>
                                        <p:attrNameLst>
                                          <p:attrName>ppt_x</p:attrName>
                                        </p:attrNameLst>
                                      </p:cBhvr>
                                      <p:tavLst>
                                        <p:tav tm="0">
                                          <p:val>
                                            <p:strVal val="#ppt_x"/>
                                          </p:val>
                                        </p:tav>
                                        <p:tav tm="100000">
                                          <p:val>
                                            <p:strVal val="#ppt_x"/>
                                          </p:val>
                                        </p:tav>
                                      </p:tavLst>
                                    </p:anim>
                                    <p:anim calcmode="lin" valueType="num">
                                      <p:cBhvr>
                                        <p:cTn id="39" dur="1000" fill="hold"/>
                                        <p:tgtEl>
                                          <p:spTgt spid="5"/>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1000"/>
                                        <p:tgtEl>
                                          <p:spTgt spid="6"/>
                                        </p:tgtEl>
                                      </p:cBhvr>
                                    </p:animEffect>
                                    <p:anim calcmode="lin" valueType="num">
                                      <p:cBhvr>
                                        <p:cTn id="43" dur="1000" fill="hold"/>
                                        <p:tgtEl>
                                          <p:spTgt spid="6"/>
                                        </p:tgtEl>
                                        <p:attrNameLst>
                                          <p:attrName>ppt_x</p:attrName>
                                        </p:attrNameLst>
                                      </p:cBhvr>
                                      <p:tavLst>
                                        <p:tav tm="0">
                                          <p:val>
                                            <p:strVal val="#ppt_x"/>
                                          </p:val>
                                        </p:tav>
                                        <p:tav tm="100000">
                                          <p:val>
                                            <p:strVal val="#ppt_x"/>
                                          </p:val>
                                        </p:tav>
                                      </p:tavLst>
                                    </p:anim>
                                    <p:anim calcmode="lin" valueType="num">
                                      <p:cBhvr>
                                        <p:cTn id="44" dur="1000" fill="hold"/>
                                        <p:tgtEl>
                                          <p:spTgt spid="6"/>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1000"/>
                                        <p:tgtEl>
                                          <p:spTgt spid="8"/>
                                        </p:tgtEl>
                                      </p:cBhvr>
                                    </p:animEffect>
                                    <p:anim calcmode="lin" valueType="num">
                                      <p:cBhvr>
                                        <p:cTn id="48" dur="1000" fill="hold"/>
                                        <p:tgtEl>
                                          <p:spTgt spid="8"/>
                                        </p:tgtEl>
                                        <p:attrNameLst>
                                          <p:attrName>ppt_x</p:attrName>
                                        </p:attrNameLst>
                                      </p:cBhvr>
                                      <p:tavLst>
                                        <p:tav tm="0">
                                          <p:val>
                                            <p:strVal val="#ppt_x"/>
                                          </p:val>
                                        </p:tav>
                                        <p:tav tm="100000">
                                          <p:val>
                                            <p:strVal val="#ppt_x"/>
                                          </p:val>
                                        </p:tav>
                                      </p:tavLst>
                                    </p:anim>
                                    <p:anim calcmode="lin" valueType="num">
                                      <p:cBhvr>
                                        <p:cTn id="4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p:bldP spid="15"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2728653" y="1476900"/>
            <a:ext cx="8460430"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30000"/>
              </a:lnSpc>
              <a:spcBef>
                <a:spcPct val="0"/>
              </a:spcBef>
              <a:buNone/>
            </a:pPr>
            <a:r>
              <a:rPr lang="en-US" altLang="zh-CN"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2020</a:t>
            </a:r>
            <a:r>
              <a:rPr lang="zh-CN" altLang="en-US"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年</a:t>
            </a:r>
            <a:r>
              <a:rPr lang="en-US" altLang="zh-CN"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 Google </a:t>
            </a:r>
            <a:r>
              <a:rPr lang="zh-CN" altLang="en-US"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开除了原公司内做</a:t>
            </a:r>
            <a:r>
              <a:rPr lang="en-US" altLang="zh-CN"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AI</a:t>
            </a:r>
            <a:r>
              <a:rPr lang="zh-CN" altLang="en-US"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伦理研究团队的负责人</a:t>
            </a:r>
            <a:r>
              <a:rPr lang="en-US" altLang="zh-CN"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 Timnit Gebru</a:t>
            </a:r>
            <a:r>
              <a:rPr lang="zh-CN" altLang="en-US"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，起因是一篇关于</a:t>
            </a:r>
            <a:r>
              <a:rPr lang="en-US" altLang="zh-CN"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AI</a:t>
            </a:r>
            <a:r>
              <a:rPr lang="zh-CN" altLang="en-US"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伦理边界的论文《</a:t>
            </a:r>
            <a:r>
              <a:rPr lang="en-US" altLang="zh-CN"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On the Dangers of Stochastic Parrots: Can Language Models Be Too Big?</a:t>
            </a:r>
            <a:r>
              <a:rPr lang="zh-CN" altLang="en-US"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》。文章在开头提出了一个疑问：我们是否对开发这些模型的潜在风险和减轻这些风险的战略进行了足够的思考？并针对大语言模型现状提出了四大风险。但因为一些种族原因和对</a:t>
            </a:r>
            <a:r>
              <a:rPr lang="en-US" altLang="zh-CN"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AI</a:t>
            </a:r>
            <a:r>
              <a:rPr lang="zh-CN" altLang="en-US"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发展的期望不匹配的原因，她被</a:t>
            </a:r>
            <a:r>
              <a:rPr lang="en-US" altLang="zh-CN"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 Google </a:t>
            </a:r>
            <a:r>
              <a:rPr lang="zh-CN" altLang="en-US"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解雇。</a:t>
            </a:r>
            <a:endParaRPr lang="zh-CN" altLang="en-US"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7" name="矩形 47"/>
          <p:cNvSpPr>
            <a:spLocks noChangeArrowheads="1"/>
          </p:cNvSpPr>
          <p:nvPr>
            <p:custDataLst>
              <p:tags r:id="rId1"/>
            </p:custDataLst>
          </p:nvPr>
        </p:nvSpPr>
        <p:spPr bwMode="auto">
          <a:xfrm>
            <a:off x="6885973" y="3247889"/>
            <a:ext cx="4161442" cy="909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34287" rIns="68573" bIns="34287">
            <a:spAutoFit/>
          </a:bodyPr>
          <a:lstStyle/>
          <a:p>
            <a:pPr>
              <a:lnSpc>
                <a:spcPct val="130000"/>
              </a:lnSpc>
              <a:spcBef>
                <a:spcPct val="0"/>
              </a:spcBef>
            </a:pPr>
            <a:r>
              <a:rPr lang="zh-CN" altLang="en-US"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右键点击图片选择设置图片格式可直接替换图片，在此录入上述图表的描述说明。您可以点击文字框输入您的描述说明，或者通过复制粘贴 。</a:t>
            </a:r>
            <a:endParaRPr lang="en-US" altLang="zh-CN"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8" name="矩形 3"/>
          <p:cNvSpPr>
            <a:spLocks noChangeArrowheads="1"/>
          </p:cNvSpPr>
          <p:nvPr>
            <p:custDataLst>
              <p:tags r:id="rId2"/>
            </p:custDataLst>
          </p:nvPr>
        </p:nvSpPr>
        <p:spPr bwMode="auto">
          <a:xfrm>
            <a:off x="6902496" y="2696232"/>
            <a:ext cx="1164407" cy="377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73" tIns="34287" rIns="68573" bIns="34287">
            <a:spAutoFit/>
          </a:bodyPr>
          <a:lstStyle/>
          <a:p>
            <a:pPr>
              <a:spcBef>
                <a:spcPct val="0"/>
              </a:spcBef>
              <a:buFont typeface="Arial" panose="020B0604020202020204" pitchFamily="34" charset="0"/>
              <a:buNone/>
            </a:pPr>
            <a:r>
              <a:rPr lang="zh-CN" altLang="en-US" sz="20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Arial" panose="020B0604020202020204" pitchFamily="34" charset="0"/>
                <a:sym typeface="字魂58号-创中黑" panose="00000500000000000000" pitchFamily="2" charset="-122"/>
              </a:rPr>
              <a:t>行业现状</a:t>
            </a:r>
            <a:endParaRPr lang="zh-CN" altLang="en-US" sz="20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Arial" panose="020B0604020202020204" pitchFamily="34" charset="0"/>
              <a:sym typeface="字魂58号-创中黑" panose="00000500000000000000" pitchFamily="2" charset="-122"/>
            </a:endParaRPr>
          </a:p>
        </p:txBody>
      </p:sp>
      <p:sp>
        <p:nvSpPr>
          <p:cNvPr id="19" name="矩形 18"/>
          <p:cNvSpPr/>
          <p:nvPr>
            <p:custDataLst>
              <p:tags r:id="rId3"/>
            </p:custDataLst>
          </p:nvPr>
        </p:nvSpPr>
        <p:spPr>
          <a:xfrm>
            <a:off x="6961619" y="3157183"/>
            <a:ext cx="599800" cy="40500"/>
          </a:xfrm>
          <a:prstGeom prst="rect">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lIns="68576" tIns="34287" rIns="68576" bIns="34287" rtlCol="0" anchor="ctr"/>
          <a:lstStyle/>
          <a:p>
            <a:pPr algn="ctr"/>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20" name="矩形 19"/>
          <p:cNvSpPr/>
          <p:nvPr>
            <p:custDataLst>
              <p:tags r:id="rId4"/>
            </p:custDataLst>
          </p:nvPr>
        </p:nvSpPr>
        <p:spPr>
          <a:xfrm>
            <a:off x="7576469" y="3157183"/>
            <a:ext cx="1215000" cy="405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lIns="68576" tIns="34287" rIns="68576" bIns="34287" rtlCol="0" anchor="ctr"/>
          <a:lstStyle/>
          <a:p>
            <a:pPr algn="ctr"/>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21" name="矩形 47"/>
          <p:cNvSpPr>
            <a:spLocks noChangeArrowheads="1"/>
          </p:cNvSpPr>
          <p:nvPr>
            <p:custDataLst>
              <p:tags r:id="rId5"/>
            </p:custDataLst>
          </p:nvPr>
        </p:nvSpPr>
        <p:spPr bwMode="auto">
          <a:xfrm>
            <a:off x="6885973" y="5122384"/>
            <a:ext cx="4161442" cy="909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34287" rIns="68573" bIns="34287">
            <a:spAutoFit/>
          </a:bodyPr>
          <a:lstStyle/>
          <a:p>
            <a:pPr>
              <a:lnSpc>
                <a:spcPct val="130000"/>
              </a:lnSpc>
              <a:spcBef>
                <a:spcPct val="0"/>
              </a:spcBef>
            </a:pPr>
            <a:r>
              <a:rPr lang="zh-CN" altLang="en-US"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右键点击图片选择设置图片格式可直接替换图片，在此录入上述图表的描述说明。您可以点击文字框输入您的描述说明，或者通过复制粘贴。</a:t>
            </a:r>
            <a:endParaRPr lang="en-US" altLang="zh-CN"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22" name="矩形 3"/>
          <p:cNvSpPr>
            <a:spLocks noChangeArrowheads="1"/>
          </p:cNvSpPr>
          <p:nvPr>
            <p:custDataLst>
              <p:tags r:id="rId6"/>
            </p:custDataLst>
          </p:nvPr>
        </p:nvSpPr>
        <p:spPr bwMode="auto">
          <a:xfrm>
            <a:off x="6902496" y="4570727"/>
            <a:ext cx="1164407" cy="377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73" tIns="34287" rIns="68573" bIns="34287">
            <a:spAutoFit/>
          </a:bodyPr>
          <a:lstStyle/>
          <a:p>
            <a:pPr>
              <a:spcBef>
                <a:spcPct val="0"/>
              </a:spcBef>
              <a:buFont typeface="Arial" panose="020B0604020202020204" pitchFamily="34" charset="0"/>
              <a:buNone/>
            </a:pPr>
            <a:r>
              <a:rPr lang="zh-CN" altLang="en-US" sz="20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Arial" panose="020B0604020202020204" pitchFamily="34" charset="0"/>
                <a:sym typeface="字魂58号-创中黑" panose="00000500000000000000" pitchFamily="2" charset="-122"/>
              </a:rPr>
              <a:t>区域现状</a:t>
            </a:r>
            <a:endParaRPr lang="zh-CN" altLang="en-US" sz="20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Arial" panose="020B0604020202020204" pitchFamily="34" charset="0"/>
              <a:sym typeface="字魂58号-创中黑" panose="00000500000000000000" pitchFamily="2" charset="-122"/>
            </a:endParaRPr>
          </a:p>
        </p:txBody>
      </p:sp>
      <p:sp>
        <p:nvSpPr>
          <p:cNvPr id="23" name="矩形 22"/>
          <p:cNvSpPr/>
          <p:nvPr>
            <p:custDataLst>
              <p:tags r:id="rId7"/>
            </p:custDataLst>
          </p:nvPr>
        </p:nvSpPr>
        <p:spPr>
          <a:xfrm>
            <a:off x="6961619" y="5031678"/>
            <a:ext cx="599800" cy="40500"/>
          </a:xfrm>
          <a:prstGeom prst="rect">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lIns="68576" tIns="34287" rIns="68576" bIns="34287" rtlCol="0" anchor="ctr"/>
          <a:lstStyle/>
          <a:p>
            <a:pPr algn="ctr"/>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24" name="矩形 23"/>
          <p:cNvSpPr/>
          <p:nvPr>
            <p:custDataLst>
              <p:tags r:id="rId8"/>
            </p:custDataLst>
          </p:nvPr>
        </p:nvSpPr>
        <p:spPr>
          <a:xfrm>
            <a:off x="7576469" y="5031678"/>
            <a:ext cx="1215000" cy="405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lIns="68576" tIns="34287" rIns="68576" bIns="34287" rtlCol="0" anchor="ctr"/>
          <a:lstStyle/>
          <a:p>
            <a:pPr algn="ctr"/>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25" name="矩形 24"/>
          <p:cNvSpPr/>
          <p:nvPr/>
        </p:nvSpPr>
        <p:spPr>
          <a:xfrm>
            <a:off x="2872126" y="2760627"/>
            <a:ext cx="3542959" cy="3245473"/>
          </a:xfrm>
          <a:prstGeom prst="rect">
            <a:avLst/>
          </a:prstGeom>
          <a:blipFill>
            <a:blip r:embed="rId9"/>
            <a:srcRect/>
            <a:stretch>
              <a:fillRect/>
            </a:stretch>
          </a:blipFill>
          <a:ln>
            <a:solidFill>
              <a:srgbClr val="005B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3" name="矩形 3"/>
          <p:cNvSpPr>
            <a:spLocks noChangeArrowheads="1"/>
          </p:cNvSpPr>
          <p:nvPr/>
        </p:nvSpPr>
        <p:spPr bwMode="auto">
          <a:xfrm>
            <a:off x="5958652" y="406444"/>
            <a:ext cx="1723531" cy="55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p>
            <a:pPr>
              <a:spcBef>
                <a:spcPct val="0"/>
              </a:spcBef>
              <a:buFont typeface="Arial" panose="020B0604020202020204" pitchFamily="34" charset="0"/>
              <a:buNone/>
            </a:pPr>
            <a:r>
              <a:rPr lang="zh-CN" altLang="en-US" sz="30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Arial" panose="020B0604020202020204" pitchFamily="34" charset="0"/>
                <a:sym typeface="字魂58号-创中黑" panose="00000500000000000000" pitchFamily="2" charset="-122"/>
              </a:rPr>
              <a:t>选题背景</a:t>
            </a:r>
            <a:endParaRPr lang="zh-CN" altLang="en-US" sz="30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Arial" panose="020B0604020202020204" pitchFamily="34" charset="0"/>
              <a:sym typeface="字魂58号-创中黑" panose="00000500000000000000" pitchFamily="2" charset="-122"/>
            </a:endParaRPr>
          </a:p>
        </p:txBody>
      </p:sp>
      <p:grpSp>
        <p:nvGrpSpPr>
          <p:cNvPr id="14" name="组合 13"/>
          <p:cNvGrpSpPr/>
          <p:nvPr/>
        </p:nvGrpSpPr>
        <p:grpSpPr>
          <a:xfrm>
            <a:off x="5334856" y="461236"/>
            <a:ext cx="263341" cy="395013"/>
            <a:chOff x="5284519" y="1508166"/>
            <a:chExt cx="213756" cy="427512"/>
          </a:xfrm>
        </p:grpSpPr>
        <p:cxnSp>
          <p:nvCxnSpPr>
            <p:cNvPr id="15" name="直接连接符 14"/>
            <p:cNvCxnSpPr/>
            <p:nvPr/>
          </p:nvCxnSpPr>
          <p:spPr>
            <a:xfrm>
              <a:off x="5284519" y="1508166"/>
              <a:ext cx="213756" cy="213756"/>
            </a:xfrm>
            <a:prstGeom prst="line">
              <a:avLst/>
            </a:prstGeom>
            <a:ln w="19050">
              <a:solidFill>
                <a:schemeClr val="tx1">
                  <a:lumMod val="75000"/>
                  <a:lumOff val="25000"/>
                </a:schemeClr>
              </a:solidFill>
              <a:headEnd type="oval" w="med" len="med"/>
              <a:tailEnd type="oval" w="lg" len="lg"/>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5284519" y="1721922"/>
              <a:ext cx="213756" cy="213756"/>
            </a:xfrm>
            <a:prstGeom prst="line">
              <a:avLst/>
            </a:prstGeom>
            <a:ln w="19050">
              <a:solidFill>
                <a:schemeClr val="tx1">
                  <a:lumMod val="75000"/>
                  <a:lumOff val="25000"/>
                </a:schemeClr>
              </a:solidFill>
              <a:headEnd type="oval" w="med" len="med"/>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000"/>
                            </p:stCondLst>
                            <p:childTnLst>
                              <p:par>
                                <p:cTn id="13" presetID="53" presetClass="entr" presetSubtype="16"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p:cTn id="15" dur="500" fill="hold"/>
                                        <p:tgtEl>
                                          <p:spTgt spid="16"/>
                                        </p:tgtEl>
                                        <p:attrNameLst>
                                          <p:attrName>ppt_w</p:attrName>
                                        </p:attrNameLst>
                                      </p:cBhvr>
                                      <p:tavLst>
                                        <p:tav tm="0">
                                          <p:val>
                                            <p:fltVal val="0"/>
                                          </p:val>
                                        </p:tav>
                                        <p:tav tm="100000">
                                          <p:val>
                                            <p:strVal val="#ppt_w"/>
                                          </p:val>
                                        </p:tav>
                                      </p:tavLst>
                                    </p:anim>
                                    <p:anim calcmode="lin" valueType="num">
                                      <p:cBhvr>
                                        <p:cTn id="16" dur="500" fill="hold"/>
                                        <p:tgtEl>
                                          <p:spTgt spid="16"/>
                                        </p:tgtEl>
                                        <p:attrNameLst>
                                          <p:attrName>ppt_h</p:attrName>
                                        </p:attrNameLst>
                                      </p:cBhvr>
                                      <p:tavLst>
                                        <p:tav tm="0">
                                          <p:val>
                                            <p:fltVal val="0"/>
                                          </p:val>
                                        </p:tav>
                                        <p:tav tm="100000">
                                          <p:val>
                                            <p:strVal val="#ppt_h"/>
                                          </p:val>
                                        </p:tav>
                                      </p:tavLst>
                                    </p:anim>
                                    <p:animEffect transition="in" filter="fade">
                                      <p:cBhvr>
                                        <p:cTn id="17" dur="500"/>
                                        <p:tgtEl>
                                          <p:spTgt spid="16"/>
                                        </p:tgtEl>
                                      </p:cBhvr>
                                    </p:animEffect>
                                  </p:childTnLst>
                                </p:cTn>
                              </p:par>
                            </p:childTnLst>
                          </p:cTn>
                        </p:par>
                        <p:par>
                          <p:cTn id="18" fill="hold">
                            <p:stCondLst>
                              <p:cond delay="1500"/>
                            </p:stCondLst>
                            <p:childTnLst>
                              <p:par>
                                <p:cTn id="19" presetID="18" presetClass="entr" presetSubtype="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strips(downRight)">
                                      <p:cBhvr>
                                        <p:cTn id="21" dur="500"/>
                                        <p:tgtEl>
                                          <p:spTgt spid="25"/>
                                        </p:tgtEl>
                                      </p:cBhvr>
                                    </p:animEffect>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left)">
                                      <p:cBhvr>
                                        <p:cTn id="25" dur="500"/>
                                        <p:tgtEl>
                                          <p:spTgt spid="18"/>
                                        </p:tgtEl>
                                      </p:cBhvr>
                                    </p:animEffect>
                                  </p:childTnLst>
                                </p:cTn>
                              </p:par>
                            </p:childTnLst>
                          </p:cTn>
                        </p:par>
                        <p:par>
                          <p:cTn id="26" fill="hold">
                            <p:stCondLst>
                              <p:cond delay="2500"/>
                            </p:stCondLst>
                            <p:childTnLst>
                              <p:par>
                                <p:cTn id="27" presetID="22" presetClass="entr" presetSubtype="8" fill="hold" grpId="0" nodeType="after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wipe(left)">
                                      <p:cBhvr>
                                        <p:cTn id="29" dur="500"/>
                                        <p:tgtEl>
                                          <p:spTgt spid="19"/>
                                        </p:tgtEl>
                                      </p:cBhvr>
                                    </p:animEffect>
                                  </p:childTnLst>
                                </p:cTn>
                              </p:par>
                            </p:childTnLst>
                          </p:cTn>
                        </p:par>
                        <p:par>
                          <p:cTn id="30" fill="hold">
                            <p:stCondLst>
                              <p:cond delay="3000"/>
                            </p:stCondLst>
                            <p:childTnLst>
                              <p:par>
                                <p:cTn id="31" presetID="22" presetClass="entr" presetSubtype="8" fill="hold" grpId="0" nodeType="after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750"/>
                                        <p:tgtEl>
                                          <p:spTgt spid="20"/>
                                        </p:tgtEl>
                                      </p:cBhvr>
                                    </p:animEffect>
                                  </p:childTnLst>
                                </p:cTn>
                              </p:par>
                            </p:childTnLst>
                          </p:cTn>
                        </p:par>
                        <p:par>
                          <p:cTn id="34" fill="hold">
                            <p:stCondLst>
                              <p:cond delay="4000"/>
                            </p:stCondLst>
                            <p:childTnLst>
                              <p:par>
                                <p:cTn id="35" presetID="14" presetClass="entr" presetSubtype="10" fill="hold" grpId="0" nodeType="after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randombar(horizontal)">
                                      <p:cBhvr>
                                        <p:cTn id="37" dur="750"/>
                                        <p:tgtEl>
                                          <p:spTgt spid="17"/>
                                        </p:tgtEl>
                                      </p:cBhvr>
                                    </p:animEffect>
                                  </p:childTnLst>
                                </p:cTn>
                              </p:par>
                            </p:childTnLst>
                          </p:cTn>
                        </p:par>
                        <p:par>
                          <p:cTn id="38" fill="hold">
                            <p:stCondLst>
                              <p:cond delay="5000"/>
                            </p:stCondLst>
                            <p:childTnLst>
                              <p:par>
                                <p:cTn id="39" presetID="22" presetClass="entr" presetSubtype="8" fill="hold" grpId="0" nodeType="after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wipe(left)">
                                      <p:cBhvr>
                                        <p:cTn id="41" dur="500"/>
                                        <p:tgtEl>
                                          <p:spTgt spid="22"/>
                                        </p:tgtEl>
                                      </p:cBhvr>
                                    </p:animEffect>
                                  </p:childTnLst>
                                </p:cTn>
                              </p:par>
                            </p:childTnLst>
                          </p:cTn>
                        </p:par>
                        <p:par>
                          <p:cTn id="42" fill="hold">
                            <p:stCondLst>
                              <p:cond delay="5500"/>
                            </p:stCondLst>
                            <p:childTnLst>
                              <p:par>
                                <p:cTn id="43" presetID="22" presetClass="entr" presetSubtype="8" fill="hold" grpId="0" nodeType="after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wipe(left)">
                                      <p:cBhvr>
                                        <p:cTn id="45" dur="500"/>
                                        <p:tgtEl>
                                          <p:spTgt spid="23"/>
                                        </p:tgtEl>
                                      </p:cBhvr>
                                    </p:animEffect>
                                  </p:childTnLst>
                                </p:cTn>
                              </p:par>
                            </p:childTnLst>
                          </p:cTn>
                        </p:par>
                        <p:par>
                          <p:cTn id="46" fill="hold">
                            <p:stCondLst>
                              <p:cond delay="6000"/>
                            </p:stCondLst>
                            <p:childTnLst>
                              <p:par>
                                <p:cTn id="47" presetID="22" presetClass="entr" presetSubtype="8" fill="hold" grpId="0" nodeType="after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wipe(left)">
                                      <p:cBhvr>
                                        <p:cTn id="49" dur="750"/>
                                        <p:tgtEl>
                                          <p:spTgt spid="24"/>
                                        </p:tgtEl>
                                      </p:cBhvr>
                                    </p:animEffect>
                                  </p:childTnLst>
                                </p:cTn>
                              </p:par>
                            </p:childTnLst>
                          </p:cTn>
                        </p:par>
                        <p:par>
                          <p:cTn id="50" fill="hold">
                            <p:stCondLst>
                              <p:cond delay="7000"/>
                            </p:stCondLst>
                            <p:childTnLst>
                              <p:par>
                                <p:cTn id="51" presetID="14" presetClass="entr" presetSubtype="10" fill="hold" grpId="0" nodeType="after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randombar(horizontal)">
                                      <p:cBhvr>
                                        <p:cTn id="53" dur="7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animBg="1"/>
      <p:bldP spid="20" grpId="0" animBg="1"/>
      <p:bldP spid="21" grpId="0"/>
      <p:bldP spid="22" grpId="0"/>
      <p:bldP spid="23" grpId="0" animBg="1"/>
      <p:bldP spid="24" grpId="0" animBg="1"/>
      <p:bldP spid="25" grpId="0" animBg="1"/>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471"/>
          <p:cNvSpPr>
            <a:spLocks noEditPoints="1"/>
          </p:cNvSpPr>
          <p:nvPr>
            <p:custDataLst>
              <p:tags r:id="rId1"/>
            </p:custDataLst>
          </p:nvPr>
        </p:nvSpPr>
        <p:spPr bwMode="auto">
          <a:xfrm>
            <a:off x="7468842" y="4092822"/>
            <a:ext cx="967236" cy="738967"/>
          </a:xfrm>
          <a:custGeom>
            <a:avLst/>
            <a:gdLst>
              <a:gd name="T0" fmla="*/ 103 w 106"/>
              <a:gd name="T1" fmla="*/ 44 h 81"/>
              <a:gd name="T2" fmla="*/ 85 w 106"/>
              <a:gd name="T3" fmla="*/ 26 h 81"/>
              <a:gd name="T4" fmla="*/ 66 w 106"/>
              <a:gd name="T5" fmla="*/ 7 h 81"/>
              <a:gd name="T6" fmla="*/ 47 w 106"/>
              <a:gd name="T7" fmla="*/ 26 h 81"/>
              <a:gd name="T8" fmla="*/ 29 w 106"/>
              <a:gd name="T9" fmla="*/ 44 h 81"/>
              <a:gd name="T10" fmla="*/ 4 w 106"/>
              <a:gd name="T11" fmla="*/ 44 h 81"/>
              <a:gd name="T12" fmla="*/ 4 w 106"/>
              <a:gd name="T13" fmla="*/ 81 h 81"/>
              <a:gd name="T14" fmla="*/ 66 w 106"/>
              <a:gd name="T15" fmla="*/ 81 h 81"/>
              <a:gd name="T16" fmla="*/ 66 w 106"/>
              <a:gd name="T17" fmla="*/ 53 h 81"/>
              <a:gd name="T18" fmla="*/ 84 w 106"/>
              <a:gd name="T19" fmla="*/ 53 h 81"/>
              <a:gd name="T20" fmla="*/ 84 w 106"/>
              <a:gd name="T21" fmla="*/ 81 h 81"/>
              <a:gd name="T22" fmla="*/ 103 w 106"/>
              <a:gd name="T23" fmla="*/ 81 h 81"/>
              <a:gd name="T24" fmla="*/ 103 w 106"/>
              <a:gd name="T25" fmla="*/ 44 h 81"/>
              <a:gd name="T26" fmla="*/ 25 w 106"/>
              <a:gd name="T27" fmla="*/ 66 h 81"/>
              <a:gd name="T28" fmla="*/ 11 w 106"/>
              <a:gd name="T29" fmla="*/ 66 h 81"/>
              <a:gd name="T30" fmla="*/ 11 w 106"/>
              <a:gd name="T31" fmla="*/ 52 h 81"/>
              <a:gd name="T32" fmla="*/ 25 w 106"/>
              <a:gd name="T33" fmla="*/ 52 h 81"/>
              <a:gd name="T34" fmla="*/ 25 w 106"/>
              <a:gd name="T35" fmla="*/ 66 h 81"/>
              <a:gd name="T36" fmla="*/ 47 w 106"/>
              <a:gd name="T37" fmla="*/ 66 h 81"/>
              <a:gd name="T38" fmla="*/ 33 w 106"/>
              <a:gd name="T39" fmla="*/ 66 h 81"/>
              <a:gd name="T40" fmla="*/ 33 w 106"/>
              <a:gd name="T41" fmla="*/ 52 h 81"/>
              <a:gd name="T42" fmla="*/ 47 w 106"/>
              <a:gd name="T43" fmla="*/ 52 h 81"/>
              <a:gd name="T44" fmla="*/ 47 w 106"/>
              <a:gd name="T45" fmla="*/ 66 h 81"/>
              <a:gd name="T46" fmla="*/ 63 w 106"/>
              <a:gd name="T47" fmla="*/ 38 h 81"/>
              <a:gd name="T48" fmla="*/ 56 w 106"/>
              <a:gd name="T49" fmla="*/ 31 h 81"/>
              <a:gd name="T50" fmla="*/ 63 w 106"/>
              <a:gd name="T51" fmla="*/ 25 h 81"/>
              <a:gd name="T52" fmla="*/ 70 w 106"/>
              <a:gd name="T53" fmla="*/ 31 h 81"/>
              <a:gd name="T54" fmla="*/ 63 w 106"/>
              <a:gd name="T55" fmla="*/ 38 h 81"/>
              <a:gd name="T56" fmla="*/ 106 w 106"/>
              <a:gd name="T57" fmla="*/ 40 h 81"/>
              <a:gd name="T58" fmla="*/ 104 w 106"/>
              <a:gd name="T59" fmla="*/ 42 h 81"/>
              <a:gd name="T60" fmla="*/ 66 w 106"/>
              <a:gd name="T61" fmla="*/ 3 h 81"/>
              <a:gd name="T62" fmla="*/ 28 w 106"/>
              <a:gd name="T63" fmla="*/ 41 h 81"/>
              <a:gd name="T64" fmla="*/ 28 w 106"/>
              <a:gd name="T65" fmla="*/ 42 h 81"/>
              <a:gd name="T66" fmla="*/ 0 w 106"/>
              <a:gd name="T67" fmla="*/ 42 h 81"/>
              <a:gd name="T68" fmla="*/ 21 w 106"/>
              <a:gd name="T69" fmla="*/ 20 h 81"/>
              <a:gd name="T70" fmla="*/ 47 w 106"/>
              <a:gd name="T71" fmla="*/ 20 h 81"/>
              <a:gd name="T72" fmla="*/ 66 w 106"/>
              <a:gd name="T73" fmla="*/ 0 h 81"/>
              <a:gd name="T74" fmla="*/ 87 w 106"/>
              <a:gd name="T75" fmla="*/ 21 h 81"/>
              <a:gd name="T76" fmla="*/ 87 w 106"/>
              <a:gd name="T77" fmla="*/ 9 h 81"/>
              <a:gd name="T78" fmla="*/ 95 w 106"/>
              <a:gd name="T79" fmla="*/ 9 h 81"/>
              <a:gd name="T80" fmla="*/ 95 w 106"/>
              <a:gd name="T81" fmla="*/ 30 h 81"/>
              <a:gd name="T82" fmla="*/ 106 w 106"/>
              <a:gd name="T83" fmla="*/ 4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6" h="81">
                <a:moveTo>
                  <a:pt x="103" y="44"/>
                </a:moveTo>
                <a:cubicBezTo>
                  <a:pt x="85" y="26"/>
                  <a:pt x="85" y="26"/>
                  <a:pt x="85" y="26"/>
                </a:cubicBezTo>
                <a:cubicBezTo>
                  <a:pt x="66" y="7"/>
                  <a:pt x="66" y="7"/>
                  <a:pt x="66" y="7"/>
                </a:cubicBezTo>
                <a:cubicBezTo>
                  <a:pt x="47" y="26"/>
                  <a:pt x="47" y="26"/>
                  <a:pt x="47" y="26"/>
                </a:cubicBezTo>
                <a:cubicBezTo>
                  <a:pt x="29" y="44"/>
                  <a:pt x="29" y="44"/>
                  <a:pt x="29" y="44"/>
                </a:cubicBezTo>
                <a:cubicBezTo>
                  <a:pt x="4" y="44"/>
                  <a:pt x="4" y="44"/>
                  <a:pt x="4" y="44"/>
                </a:cubicBezTo>
                <a:cubicBezTo>
                  <a:pt x="4" y="81"/>
                  <a:pt x="4" y="81"/>
                  <a:pt x="4" y="81"/>
                </a:cubicBezTo>
                <a:cubicBezTo>
                  <a:pt x="66" y="81"/>
                  <a:pt x="66" y="81"/>
                  <a:pt x="66" y="81"/>
                </a:cubicBezTo>
                <a:cubicBezTo>
                  <a:pt x="66" y="53"/>
                  <a:pt x="66" y="53"/>
                  <a:pt x="66" y="53"/>
                </a:cubicBezTo>
                <a:cubicBezTo>
                  <a:pt x="84" y="53"/>
                  <a:pt x="84" y="53"/>
                  <a:pt x="84" y="53"/>
                </a:cubicBezTo>
                <a:cubicBezTo>
                  <a:pt x="84" y="81"/>
                  <a:pt x="84" y="81"/>
                  <a:pt x="84" y="81"/>
                </a:cubicBezTo>
                <a:cubicBezTo>
                  <a:pt x="103" y="81"/>
                  <a:pt x="103" y="81"/>
                  <a:pt x="103" y="81"/>
                </a:cubicBezTo>
                <a:cubicBezTo>
                  <a:pt x="103" y="44"/>
                  <a:pt x="103" y="44"/>
                  <a:pt x="103" y="44"/>
                </a:cubicBezTo>
                <a:close/>
                <a:moveTo>
                  <a:pt x="25" y="66"/>
                </a:moveTo>
                <a:cubicBezTo>
                  <a:pt x="11" y="66"/>
                  <a:pt x="11" y="66"/>
                  <a:pt x="11" y="66"/>
                </a:cubicBezTo>
                <a:cubicBezTo>
                  <a:pt x="11" y="52"/>
                  <a:pt x="11" y="52"/>
                  <a:pt x="11" y="52"/>
                </a:cubicBezTo>
                <a:cubicBezTo>
                  <a:pt x="25" y="52"/>
                  <a:pt x="25" y="52"/>
                  <a:pt x="25" y="52"/>
                </a:cubicBezTo>
                <a:lnTo>
                  <a:pt x="25" y="66"/>
                </a:lnTo>
                <a:close/>
                <a:moveTo>
                  <a:pt x="47" y="66"/>
                </a:moveTo>
                <a:cubicBezTo>
                  <a:pt x="33" y="66"/>
                  <a:pt x="33" y="66"/>
                  <a:pt x="33" y="66"/>
                </a:cubicBezTo>
                <a:cubicBezTo>
                  <a:pt x="33" y="52"/>
                  <a:pt x="33" y="52"/>
                  <a:pt x="33" y="52"/>
                </a:cubicBezTo>
                <a:cubicBezTo>
                  <a:pt x="47" y="52"/>
                  <a:pt x="47" y="52"/>
                  <a:pt x="47" y="52"/>
                </a:cubicBezTo>
                <a:lnTo>
                  <a:pt x="47" y="66"/>
                </a:lnTo>
                <a:close/>
                <a:moveTo>
                  <a:pt x="63" y="38"/>
                </a:moveTo>
                <a:cubicBezTo>
                  <a:pt x="59" y="38"/>
                  <a:pt x="56" y="35"/>
                  <a:pt x="56" y="31"/>
                </a:cubicBezTo>
                <a:cubicBezTo>
                  <a:pt x="56" y="28"/>
                  <a:pt x="59" y="25"/>
                  <a:pt x="63" y="25"/>
                </a:cubicBezTo>
                <a:cubicBezTo>
                  <a:pt x="67" y="25"/>
                  <a:pt x="70" y="28"/>
                  <a:pt x="70" y="31"/>
                </a:cubicBezTo>
                <a:cubicBezTo>
                  <a:pt x="70" y="35"/>
                  <a:pt x="67" y="38"/>
                  <a:pt x="63" y="38"/>
                </a:cubicBezTo>
                <a:close/>
                <a:moveTo>
                  <a:pt x="106" y="40"/>
                </a:moveTo>
                <a:cubicBezTo>
                  <a:pt x="104" y="42"/>
                  <a:pt x="104" y="42"/>
                  <a:pt x="104" y="42"/>
                </a:cubicBezTo>
                <a:cubicBezTo>
                  <a:pt x="66" y="3"/>
                  <a:pt x="66" y="3"/>
                  <a:pt x="66" y="3"/>
                </a:cubicBezTo>
                <a:cubicBezTo>
                  <a:pt x="28" y="41"/>
                  <a:pt x="28" y="41"/>
                  <a:pt x="28" y="41"/>
                </a:cubicBezTo>
                <a:cubicBezTo>
                  <a:pt x="28" y="42"/>
                  <a:pt x="28" y="42"/>
                  <a:pt x="28" y="42"/>
                </a:cubicBezTo>
                <a:cubicBezTo>
                  <a:pt x="0" y="42"/>
                  <a:pt x="0" y="42"/>
                  <a:pt x="0" y="42"/>
                </a:cubicBezTo>
                <a:cubicBezTo>
                  <a:pt x="21" y="20"/>
                  <a:pt x="21" y="20"/>
                  <a:pt x="21" y="20"/>
                </a:cubicBezTo>
                <a:cubicBezTo>
                  <a:pt x="47" y="20"/>
                  <a:pt x="47" y="20"/>
                  <a:pt x="47" y="20"/>
                </a:cubicBezTo>
                <a:cubicBezTo>
                  <a:pt x="66" y="0"/>
                  <a:pt x="66" y="0"/>
                  <a:pt x="66" y="0"/>
                </a:cubicBezTo>
                <a:cubicBezTo>
                  <a:pt x="87" y="21"/>
                  <a:pt x="87" y="21"/>
                  <a:pt x="87" y="21"/>
                </a:cubicBezTo>
                <a:cubicBezTo>
                  <a:pt x="87" y="9"/>
                  <a:pt x="87" y="9"/>
                  <a:pt x="87" y="9"/>
                </a:cubicBezTo>
                <a:cubicBezTo>
                  <a:pt x="95" y="9"/>
                  <a:pt x="95" y="9"/>
                  <a:pt x="95" y="9"/>
                </a:cubicBezTo>
                <a:cubicBezTo>
                  <a:pt x="95" y="30"/>
                  <a:pt x="95" y="30"/>
                  <a:pt x="95" y="30"/>
                </a:cubicBezTo>
                <a:lnTo>
                  <a:pt x="106" y="40"/>
                </a:lnTo>
                <a:close/>
              </a:path>
            </a:pathLst>
          </a:custGeom>
          <a:solidFill>
            <a:srgbClr val="005BAA"/>
          </a:solidFill>
          <a:ln>
            <a:noFill/>
          </a:ln>
          <a:effectLst/>
        </p:spPr>
        <p:txBody>
          <a:bodyPr vert="horz" wrap="square" lIns="91440" tIns="45720" rIns="91440" bIns="45720" numCol="1" anchor="t" anchorCtr="0" compatLnSpc="1"/>
          <a:lstStyle/>
          <a:p>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20" name="Freeform 476"/>
          <p:cNvSpPr>
            <a:spLocks noEditPoints="1"/>
          </p:cNvSpPr>
          <p:nvPr>
            <p:custDataLst>
              <p:tags r:id="rId2"/>
            </p:custDataLst>
          </p:nvPr>
        </p:nvSpPr>
        <p:spPr bwMode="auto">
          <a:xfrm>
            <a:off x="2732380" y="1788566"/>
            <a:ext cx="1041341" cy="754547"/>
          </a:xfrm>
          <a:custGeom>
            <a:avLst/>
            <a:gdLst>
              <a:gd name="T0" fmla="*/ 125 w 125"/>
              <a:gd name="T1" fmla="*/ 71 h 73"/>
              <a:gd name="T2" fmla="*/ 124 w 125"/>
              <a:gd name="T3" fmla="*/ 73 h 73"/>
              <a:gd name="T4" fmla="*/ 2 w 125"/>
              <a:gd name="T5" fmla="*/ 73 h 73"/>
              <a:gd name="T6" fmla="*/ 0 w 125"/>
              <a:gd name="T7" fmla="*/ 71 h 73"/>
              <a:gd name="T8" fmla="*/ 0 w 125"/>
              <a:gd name="T9" fmla="*/ 68 h 73"/>
              <a:gd name="T10" fmla="*/ 2 w 125"/>
              <a:gd name="T11" fmla="*/ 66 h 73"/>
              <a:gd name="T12" fmla="*/ 124 w 125"/>
              <a:gd name="T13" fmla="*/ 66 h 73"/>
              <a:gd name="T14" fmla="*/ 125 w 125"/>
              <a:gd name="T15" fmla="*/ 68 h 73"/>
              <a:gd name="T16" fmla="*/ 125 w 125"/>
              <a:gd name="T17" fmla="*/ 71 h 73"/>
              <a:gd name="T18" fmla="*/ 118 w 125"/>
              <a:gd name="T19" fmla="*/ 5 h 73"/>
              <a:gd name="T20" fmla="*/ 118 w 125"/>
              <a:gd name="T21" fmla="*/ 58 h 73"/>
              <a:gd name="T22" fmla="*/ 113 w 125"/>
              <a:gd name="T23" fmla="*/ 63 h 73"/>
              <a:gd name="T24" fmla="*/ 12 w 125"/>
              <a:gd name="T25" fmla="*/ 63 h 73"/>
              <a:gd name="T26" fmla="*/ 7 w 125"/>
              <a:gd name="T27" fmla="*/ 58 h 73"/>
              <a:gd name="T28" fmla="*/ 7 w 125"/>
              <a:gd name="T29" fmla="*/ 5 h 73"/>
              <a:gd name="T30" fmla="*/ 12 w 125"/>
              <a:gd name="T31" fmla="*/ 0 h 73"/>
              <a:gd name="T32" fmla="*/ 113 w 125"/>
              <a:gd name="T33" fmla="*/ 0 h 73"/>
              <a:gd name="T34" fmla="*/ 118 w 125"/>
              <a:gd name="T35" fmla="*/ 5 h 73"/>
              <a:gd name="T36" fmla="*/ 113 w 125"/>
              <a:gd name="T37" fmla="*/ 6 h 73"/>
              <a:gd name="T38" fmla="*/ 12 w 125"/>
              <a:gd name="T39" fmla="*/ 6 h 73"/>
              <a:gd name="T40" fmla="*/ 12 w 125"/>
              <a:gd name="T41" fmla="*/ 59 h 73"/>
              <a:gd name="T42" fmla="*/ 113 w 125"/>
              <a:gd name="T43" fmla="*/ 59 h 73"/>
              <a:gd name="T44" fmla="*/ 113 w 125"/>
              <a:gd name="T45" fmla="*/ 6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5" h="73">
                <a:moveTo>
                  <a:pt x="125" y="71"/>
                </a:moveTo>
                <a:cubicBezTo>
                  <a:pt x="125" y="72"/>
                  <a:pt x="124" y="73"/>
                  <a:pt x="124" y="73"/>
                </a:cubicBezTo>
                <a:cubicBezTo>
                  <a:pt x="2" y="73"/>
                  <a:pt x="2" y="73"/>
                  <a:pt x="2" y="73"/>
                </a:cubicBezTo>
                <a:cubicBezTo>
                  <a:pt x="1" y="73"/>
                  <a:pt x="0" y="72"/>
                  <a:pt x="0" y="71"/>
                </a:cubicBezTo>
                <a:cubicBezTo>
                  <a:pt x="0" y="68"/>
                  <a:pt x="0" y="68"/>
                  <a:pt x="0" y="68"/>
                </a:cubicBezTo>
                <a:cubicBezTo>
                  <a:pt x="0" y="67"/>
                  <a:pt x="1" y="66"/>
                  <a:pt x="2" y="66"/>
                </a:cubicBezTo>
                <a:cubicBezTo>
                  <a:pt x="124" y="66"/>
                  <a:pt x="124" y="66"/>
                  <a:pt x="124" y="66"/>
                </a:cubicBezTo>
                <a:cubicBezTo>
                  <a:pt x="124" y="66"/>
                  <a:pt x="125" y="67"/>
                  <a:pt x="125" y="68"/>
                </a:cubicBezTo>
                <a:lnTo>
                  <a:pt x="125" y="71"/>
                </a:lnTo>
                <a:close/>
                <a:moveTo>
                  <a:pt x="118" y="5"/>
                </a:moveTo>
                <a:cubicBezTo>
                  <a:pt x="118" y="58"/>
                  <a:pt x="118" y="58"/>
                  <a:pt x="118" y="58"/>
                </a:cubicBezTo>
                <a:cubicBezTo>
                  <a:pt x="118" y="61"/>
                  <a:pt x="116" y="63"/>
                  <a:pt x="113" y="63"/>
                </a:cubicBezTo>
                <a:cubicBezTo>
                  <a:pt x="12" y="63"/>
                  <a:pt x="12" y="63"/>
                  <a:pt x="12" y="63"/>
                </a:cubicBezTo>
                <a:cubicBezTo>
                  <a:pt x="9" y="63"/>
                  <a:pt x="7" y="61"/>
                  <a:pt x="7" y="58"/>
                </a:cubicBezTo>
                <a:cubicBezTo>
                  <a:pt x="7" y="5"/>
                  <a:pt x="7" y="5"/>
                  <a:pt x="7" y="5"/>
                </a:cubicBezTo>
                <a:cubicBezTo>
                  <a:pt x="7" y="2"/>
                  <a:pt x="9" y="0"/>
                  <a:pt x="12" y="0"/>
                </a:cubicBezTo>
                <a:cubicBezTo>
                  <a:pt x="113" y="0"/>
                  <a:pt x="113" y="0"/>
                  <a:pt x="113" y="0"/>
                </a:cubicBezTo>
                <a:cubicBezTo>
                  <a:pt x="116" y="0"/>
                  <a:pt x="118" y="2"/>
                  <a:pt x="118" y="5"/>
                </a:cubicBezTo>
                <a:close/>
                <a:moveTo>
                  <a:pt x="113" y="6"/>
                </a:moveTo>
                <a:cubicBezTo>
                  <a:pt x="12" y="6"/>
                  <a:pt x="12" y="6"/>
                  <a:pt x="12" y="6"/>
                </a:cubicBezTo>
                <a:cubicBezTo>
                  <a:pt x="12" y="59"/>
                  <a:pt x="12" y="59"/>
                  <a:pt x="12" y="59"/>
                </a:cubicBezTo>
                <a:cubicBezTo>
                  <a:pt x="113" y="59"/>
                  <a:pt x="113" y="59"/>
                  <a:pt x="113" y="59"/>
                </a:cubicBezTo>
                <a:lnTo>
                  <a:pt x="113" y="6"/>
                </a:lnTo>
                <a:close/>
              </a:path>
            </a:pathLst>
          </a:custGeom>
          <a:solidFill>
            <a:srgbClr val="005BAA"/>
          </a:solidFill>
          <a:ln>
            <a:noFill/>
          </a:ln>
          <a:effectLst/>
        </p:spPr>
        <p:txBody>
          <a:bodyPr vert="horz" wrap="square" lIns="91440" tIns="45720" rIns="91440" bIns="45720" numCol="1" anchor="t" anchorCtr="0" compatLnSpc="1"/>
          <a:lstStyle/>
          <a:p>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21" name="Oval 493"/>
          <p:cNvSpPr>
            <a:spLocks noChangeArrowheads="1"/>
          </p:cNvSpPr>
          <p:nvPr>
            <p:custDataLst>
              <p:tags r:id="rId3"/>
            </p:custDataLst>
          </p:nvPr>
        </p:nvSpPr>
        <p:spPr bwMode="auto">
          <a:xfrm>
            <a:off x="2732380" y="4169107"/>
            <a:ext cx="730404" cy="662682"/>
          </a:xfrm>
          <a:custGeom>
            <a:avLst/>
            <a:gdLst/>
            <a:ahLst/>
            <a:cxnLst/>
            <a:rect l="l" t="t" r="r" b="b"/>
            <a:pathLst>
              <a:path w="239713" h="217487">
                <a:moveTo>
                  <a:pt x="67420" y="131762"/>
                </a:moveTo>
                <a:lnTo>
                  <a:pt x="71346" y="131762"/>
                </a:lnTo>
                <a:lnTo>
                  <a:pt x="80061" y="131762"/>
                </a:lnTo>
                <a:lnTo>
                  <a:pt x="80262" y="131762"/>
                </a:lnTo>
                <a:lnTo>
                  <a:pt x="97384" y="131762"/>
                </a:lnTo>
                <a:lnTo>
                  <a:pt x="100603" y="131762"/>
                </a:lnTo>
                <a:lnTo>
                  <a:pt x="101129" y="131762"/>
                </a:lnTo>
                <a:lnTo>
                  <a:pt x="102183" y="131762"/>
                </a:lnTo>
                <a:lnTo>
                  <a:pt x="109088" y="131762"/>
                </a:lnTo>
                <a:lnTo>
                  <a:pt x="109557" y="131762"/>
                </a:lnTo>
                <a:lnTo>
                  <a:pt x="129513" y="131762"/>
                </a:lnTo>
                <a:lnTo>
                  <a:pt x="129572" y="131762"/>
                </a:lnTo>
                <a:lnTo>
                  <a:pt x="168548" y="131762"/>
                </a:lnTo>
                <a:lnTo>
                  <a:pt x="195469" y="137003"/>
                </a:lnTo>
                <a:lnTo>
                  <a:pt x="218177" y="151330"/>
                </a:lnTo>
                <a:lnTo>
                  <a:pt x="233861" y="172645"/>
                </a:lnTo>
                <a:lnTo>
                  <a:pt x="239713" y="198851"/>
                </a:lnTo>
                <a:lnTo>
                  <a:pt x="239713" y="201181"/>
                </a:lnTo>
                <a:lnTo>
                  <a:pt x="239713" y="201181"/>
                </a:lnTo>
                <a:lnTo>
                  <a:pt x="239713" y="217487"/>
                </a:lnTo>
                <a:lnTo>
                  <a:pt x="0" y="217487"/>
                </a:lnTo>
                <a:cubicBezTo>
                  <a:pt x="0" y="217487"/>
                  <a:pt x="0" y="217487"/>
                  <a:pt x="0" y="215158"/>
                </a:cubicBezTo>
                <a:lnTo>
                  <a:pt x="0" y="198851"/>
                </a:lnTo>
                <a:cubicBezTo>
                  <a:pt x="0" y="161580"/>
                  <a:pt x="29964" y="131762"/>
                  <a:pt x="67420" y="131762"/>
                </a:cubicBezTo>
                <a:close/>
                <a:moveTo>
                  <a:pt x="119063" y="0"/>
                </a:moveTo>
                <a:lnTo>
                  <a:pt x="142545" y="4741"/>
                </a:lnTo>
                <a:lnTo>
                  <a:pt x="161720" y="17669"/>
                </a:lnTo>
                <a:lnTo>
                  <a:pt x="174648" y="36844"/>
                </a:lnTo>
                <a:lnTo>
                  <a:pt x="179388" y="60325"/>
                </a:lnTo>
                <a:lnTo>
                  <a:pt x="174648" y="83807"/>
                </a:lnTo>
                <a:lnTo>
                  <a:pt x="161720" y="102981"/>
                </a:lnTo>
                <a:lnTo>
                  <a:pt x="142545" y="115910"/>
                </a:lnTo>
                <a:cubicBezTo>
                  <a:pt x="135327" y="118962"/>
                  <a:pt x="127393" y="120650"/>
                  <a:pt x="119063" y="120650"/>
                </a:cubicBezTo>
                <a:cubicBezTo>
                  <a:pt x="102405" y="120650"/>
                  <a:pt x="87323" y="113898"/>
                  <a:pt x="76407" y="102981"/>
                </a:cubicBezTo>
                <a:cubicBezTo>
                  <a:pt x="70949" y="97523"/>
                  <a:pt x="66531" y="91024"/>
                  <a:pt x="63479" y="83807"/>
                </a:cubicBezTo>
                <a:cubicBezTo>
                  <a:pt x="60426" y="76589"/>
                  <a:pt x="58738" y="68654"/>
                  <a:pt x="58738" y="60325"/>
                </a:cubicBezTo>
                <a:cubicBezTo>
                  <a:pt x="58738" y="43667"/>
                  <a:pt x="65490" y="28585"/>
                  <a:pt x="76407" y="17669"/>
                </a:cubicBezTo>
                <a:cubicBezTo>
                  <a:pt x="81865" y="12210"/>
                  <a:pt x="88365" y="7793"/>
                  <a:pt x="95582" y="4741"/>
                </a:cubicBezTo>
                <a:cubicBezTo>
                  <a:pt x="102799" y="1688"/>
                  <a:pt x="110734" y="0"/>
                  <a:pt x="119063" y="0"/>
                </a:cubicBezTo>
                <a:close/>
              </a:path>
            </a:pathLst>
          </a:custGeom>
          <a:solidFill>
            <a:srgbClr val="333333"/>
          </a:solidFill>
          <a:ln>
            <a:noFill/>
          </a:ln>
          <a:effectLst/>
        </p:spPr>
        <p:txBody>
          <a:bodyPr vert="horz" wrap="square" lIns="91440" tIns="45720" rIns="91440" bIns="45720" numCol="1" anchor="t" anchorCtr="0" compatLnSpc="1"/>
          <a:lstStyle/>
          <a:p>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22" name="Freeform 497"/>
          <p:cNvSpPr>
            <a:spLocks noEditPoints="1"/>
          </p:cNvSpPr>
          <p:nvPr>
            <p:custDataLst>
              <p:tags r:id="rId4"/>
            </p:custDataLst>
          </p:nvPr>
        </p:nvSpPr>
        <p:spPr bwMode="auto">
          <a:xfrm>
            <a:off x="7468843" y="1788566"/>
            <a:ext cx="563836" cy="777833"/>
          </a:xfrm>
          <a:custGeom>
            <a:avLst/>
            <a:gdLst>
              <a:gd name="T0" fmla="*/ 125 w 128"/>
              <a:gd name="T1" fmla="*/ 83 h 177"/>
              <a:gd name="T2" fmla="*/ 64 w 128"/>
              <a:gd name="T3" fmla="*/ 177 h 177"/>
              <a:gd name="T4" fmla="*/ 0 w 128"/>
              <a:gd name="T5" fmla="*/ 71 h 177"/>
              <a:gd name="T6" fmla="*/ 0 w 128"/>
              <a:gd name="T7" fmla="*/ 70 h 177"/>
              <a:gd name="T8" fmla="*/ 0 w 128"/>
              <a:gd name="T9" fmla="*/ 64 h 177"/>
              <a:gd name="T10" fmla="*/ 64 w 128"/>
              <a:gd name="T11" fmla="*/ 0 h 177"/>
              <a:gd name="T12" fmla="*/ 128 w 128"/>
              <a:gd name="T13" fmla="*/ 64 h 177"/>
              <a:gd name="T14" fmla="*/ 127 w 128"/>
              <a:gd name="T15" fmla="*/ 68 h 177"/>
              <a:gd name="T16" fmla="*/ 125 w 128"/>
              <a:gd name="T17" fmla="*/ 83 h 177"/>
              <a:gd name="T18" fmla="*/ 64 w 128"/>
              <a:gd name="T19" fmla="*/ 20 h 177"/>
              <a:gd name="T20" fmla="*/ 22 w 128"/>
              <a:gd name="T21" fmla="*/ 62 h 177"/>
              <a:gd name="T22" fmla="*/ 64 w 128"/>
              <a:gd name="T23" fmla="*/ 104 h 177"/>
              <a:gd name="T24" fmla="*/ 106 w 128"/>
              <a:gd name="T25" fmla="*/ 62 h 177"/>
              <a:gd name="T26" fmla="*/ 64 w 128"/>
              <a:gd name="T27" fmla="*/ 20 h 177"/>
              <a:gd name="T28" fmla="*/ 64 w 128"/>
              <a:gd name="T29" fmla="*/ 40 h 177"/>
              <a:gd name="T30" fmla="*/ 44 w 128"/>
              <a:gd name="T31" fmla="*/ 60 h 177"/>
              <a:gd name="T32" fmla="*/ 64 w 128"/>
              <a:gd name="T33" fmla="*/ 80 h 177"/>
              <a:gd name="T34" fmla="*/ 84 w 128"/>
              <a:gd name="T35" fmla="*/ 60 h 177"/>
              <a:gd name="T36" fmla="*/ 64 w 128"/>
              <a:gd name="T37" fmla="*/ 4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8" h="177">
                <a:moveTo>
                  <a:pt x="125" y="83"/>
                </a:moveTo>
                <a:cubicBezTo>
                  <a:pt x="120" y="104"/>
                  <a:pt x="105" y="138"/>
                  <a:pt x="64" y="177"/>
                </a:cubicBezTo>
                <a:cubicBezTo>
                  <a:pt x="64" y="177"/>
                  <a:pt x="5" y="122"/>
                  <a:pt x="0" y="71"/>
                </a:cubicBezTo>
                <a:cubicBezTo>
                  <a:pt x="0" y="71"/>
                  <a:pt x="0" y="70"/>
                  <a:pt x="0" y="70"/>
                </a:cubicBezTo>
                <a:cubicBezTo>
                  <a:pt x="0" y="68"/>
                  <a:pt x="0" y="66"/>
                  <a:pt x="0" y="64"/>
                </a:cubicBezTo>
                <a:cubicBezTo>
                  <a:pt x="0" y="29"/>
                  <a:pt x="28" y="0"/>
                  <a:pt x="64" y="0"/>
                </a:cubicBezTo>
                <a:cubicBezTo>
                  <a:pt x="99" y="0"/>
                  <a:pt x="128" y="29"/>
                  <a:pt x="128" y="64"/>
                </a:cubicBezTo>
                <a:cubicBezTo>
                  <a:pt x="128" y="64"/>
                  <a:pt x="128" y="65"/>
                  <a:pt x="127" y="68"/>
                </a:cubicBezTo>
                <a:cubicBezTo>
                  <a:pt x="127" y="73"/>
                  <a:pt x="126" y="78"/>
                  <a:pt x="125" y="83"/>
                </a:cubicBezTo>
                <a:close/>
                <a:moveTo>
                  <a:pt x="64" y="20"/>
                </a:moveTo>
                <a:cubicBezTo>
                  <a:pt x="40" y="20"/>
                  <a:pt x="22" y="39"/>
                  <a:pt x="22" y="62"/>
                </a:cubicBezTo>
                <a:cubicBezTo>
                  <a:pt x="22" y="85"/>
                  <a:pt x="40" y="104"/>
                  <a:pt x="64" y="104"/>
                </a:cubicBezTo>
                <a:cubicBezTo>
                  <a:pt x="87" y="104"/>
                  <a:pt x="106" y="85"/>
                  <a:pt x="106" y="62"/>
                </a:cubicBezTo>
                <a:cubicBezTo>
                  <a:pt x="106" y="39"/>
                  <a:pt x="87" y="20"/>
                  <a:pt x="64" y="20"/>
                </a:cubicBezTo>
                <a:close/>
                <a:moveTo>
                  <a:pt x="64" y="40"/>
                </a:moveTo>
                <a:cubicBezTo>
                  <a:pt x="53" y="40"/>
                  <a:pt x="44" y="49"/>
                  <a:pt x="44" y="60"/>
                </a:cubicBezTo>
                <a:cubicBezTo>
                  <a:pt x="44" y="71"/>
                  <a:pt x="53" y="80"/>
                  <a:pt x="64" y="80"/>
                </a:cubicBezTo>
                <a:cubicBezTo>
                  <a:pt x="75" y="80"/>
                  <a:pt x="84" y="71"/>
                  <a:pt x="84" y="60"/>
                </a:cubicBezTo>
                <a:cubicBezTo>
                  <a:pt x="84" y="49"/>
                  <a:pt x="75" y="40"/>
                  <a:pt x="64" y="40"/>
                </a:cubicBezTo>
                <a:close/>
              </a:path>
            </a:pathLst>
          </a:custGeom>
          <a:solidFill>
            <a:srgbClr val="333333"/>
          </a:solidFill>
          <a:ln>
            <a:noFill/>
          </a:ln>
          <a:effectLst/>
        </p:spPr>
        <p:txBody>
          <a:bodyPr vert="horz" wrap="square" lIns="91440" tIns="45720" rIns="91440" bIns="45720" numCol="1" anchor="t" anchorCtr="0" compatLnSpc="1"/>
          <a:lstStyle/>
          <a:p>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cxnSp>
        <p:nvCxnSpPr>
          <p:cNvPr id="23" name="直接连接符 22"/>
          <p:cNvCxnSpPr/>
          <p:nvPr>
            <p:custDataLst>
              <p:tags r:id="rId5"/>
            </p:custDataLst>
          </p:nvPr>
        </p:nvCxnSpPr>
        <p:spPr>
          <a:xfrm>
            <a:off x="2732380" y="2635346"/>
            <a:ext cx="370959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custDataLst>
              <p:tags r:id="rId6"/>
            </p:custDataLst>
          </p:nvPr>
        </p:nvCxnSpPr>
        <p:spPr>
          <a:xfrm>
            <a:off x="7468842" y="2635346"/>
            <a:ext cx="368004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7"/>
            </p:custDataLst>
          </p:nvPr>
        </p:nvCxnSpPr>
        <p:spPr>
          <a:xfrm>
            <a:off x="2732380" y="4990784"/>
            <a:ext cx="370959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custDataLst>
              <p:tags r:id="rId8"/>
            </p:custDataLst>
          </p:nvPr>
        </p:nvCxnSpPr>
        <p:spPr>
          <a:xfrm>
            <a:off x="7468842" y="4990784"/>
            <a:ext cx="368004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498"/>
          <p:cNvSpPr txBox="1"/>
          <p:nvPr>
            <p:custDataLst>
              <p:tags r:id="rId9"/>
            </p:custDataLst>
          </p:nvPr>
        </p:nvSpPr>
        <p:spPr>
          <a:xfrm>
            <a:off x="3849352" y="2038856"/>
            <a:ext cx="2708910" cy="429895"/>
          </a:xfrm>
          <a:prstGeom prst="rect">
            <a:avLst/>
          </a:prstGeom>
          <a:noFill/>
        </p:spPr>
        <p:txBody>
          <a:bodyPr wrap="none" rtlCol="0" anchor="ctr">
            <a:spAutoFit/>
          </a:bodyPr>
          <a:lstStyle/>
          <a:p>
            <a:pPr lvl="0" algn="r"/>
            <a:r>
              <a:rPr lang="zh-CN" altLang="en-US" sz="22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UKIJ Qolyazma" pitchFamily="18" charset="0"/>
                <a:sym typeface="字魂58号-创中黑" panose="00000500000000000000" pitchFamily="2" charset="-122"/>
              </a:rPr>
              <a:t>环境与经济成本巨大</a:t>
            </a:r>
            <a:endParaRPr lang="zh-CN" altLang="en-US" sz="22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UKIJ Qolyazma" pitchFamily="18" charset="0"/>
              <a:sym typeface="字魂58号-创中黑" panose="00000500000000000000" pitchFamily="2" charset="-122"/>
            </a:endParaRPr>
          </a:p>
        </p:txBody>
      </p:sp>
      <p:sp>
        <p:nvSpPr>
          <p:cNvPr id="41" name="TextBox 499"/>
          <p:cNvSpPr txBox="1"/>
          <p:nvPr>
            <p:custDataLst>
              <p:tags r:id="rId10"/>
            </p:custDataLst>
          </p:nvPr>
        </p:nvSpPr>
        <p:spPr>
          <a:xfrm>
            <a:off x="8002889" y="2038856"/>
            <a:ext cx="3550920" cy="429895"/>
          </a:xfrm>
          <a:prstGeom prst="rect">
            <a:avLst/>
          </a:prstGeom>
          <a:noFill/>
        </p:spPr>
        <p:txBody>
          <a:bodyPr wrap="none" rtlCol="0" anchor="ctr">
            <a:spAutoFit/>
          </a:bodyPr>
          <a:lstStyle/>
          <a:p>
            <a:pPr lvl="0" algn="r"/>
            <a:r>
              <a:rPr lang="zh-CN" altLang="en-US" sz="22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UKIJ Qolyazma" pitchFamily="18" charset="0"/>
                <a:sym typeface="字魂58号-创中黑" panose="00000500000000000000" pitchFamily="2" charset="-122"/>
              </a:rPr>
              <a:t>海量数据与不可解释的模型</a:t>
            </a:r>
            <a:endParaRPr lang="zh-CN" altLang="en-US" sz="22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UKIJ Qolyazma" pitchFamily="18" charset="0"/>
              <a:sym typeface="字魂58号-创中黑" panose="00000500000000000000" pitchFamily="2" charset="-122"/>
            </a:endParaRPr>
          </a:p>
        </p:txBody>
      </p:sp>
      <p:sp>
        <p:nvSpPr>
          <p:cNvPr id="42" name="TextBox 500"/>
          <p:cNvSpPr txBox="1"/>
          <p:nvPr>
            <p:custDataLst>
              <p:tags r:id="rId11"/>
            </p:custDataLst>
          </p:nvPr>
        </p:nvSpPr>
        <p:spPr>
          <a:xfrm>
            <a:off x="4691362" y="4363838"/>
            <a:ext cx="1866900" cy="429895"/>
          </a:xfrm>
          <a:prstGeom prst="rect">
            <a:avLst/>
          </a:prstGeom>
          <a:noFill/>
        </p:spPr>
        <p:txBody>
          <a:bodyPr wrap="none" rtlCol="0" anchor="ctr">
            <a:spAutoFit/>
          </a:bodyPr>
          <a:lstStyle/>
          <a:p>
            <a:pPr lvl="0" algn="r"/>
            <a:r>
              <a:rPr lang="zh-CN" altLang="en-US" sz="22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UKIJ Qolyazma" pitchFamily="18" charset="0"/>
                <a:sym typeface="字魂58号-创中黑" panose="00000500000000000000" pitchFamily="2" charset="-122"/>
              </a:rPr>
              <a:t>研究机会成本</a:t>
            </a:r>
            <a:endParaRPr lang="zh-CN" altLang="en-US" sz="22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UKIJ Qolyazma" pitchFamily="18" charset="0"/>
              <a:sym typeface="字魂58号-创中黑" panose="00000500000000000000" pitchFamily="2" charset="-122"/>
            </a:endParaRPr>
          </a:p>
        </p:txBody>
      </p:sp>
      <p:sp>
        <p:nvSpPr>
          <p:cNvPr id="43" name="TextBox 501"/>
          <p:cNvSpPr txBox="1"/>
          <p:nvPr>
            <p:custDataLst>
              <p:tags r:id="rId12"/>
            </p:custDataLst>
          </p:nvPr>
        </p:nvSpPr>
        <p:spPr>
          <a:xfrm>
            <a:off x="8555339" y="4363838"/>
            <a:ext cx="2710180" cy="429895"/>
          </a:xfrm>
          <a:prstGeom prst="rect">
            <a:avLst/>
          </a:prstGeom>
          <a:noFill/>
        </p:spPr>
        <p:txBody>
          <a:bodyPr wrap="none" rtlCol="0" anchor="ctr">
            <a:spAutoFit/>
          </a:bodyPr>
          <a:lstStyle/>
          <a:p>
            <a:pPr lvl="0" algn="r"/>
            <a:r>
              <a:rPr lang="zh-CN" altLang="en-US" sz="22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UKIJ Qolyazma" pitchFamily="18" charset="0"/>
                <a:sym typeface="字魂58号-创中黑" panose="00000500000000000000" pitchFamily="2" charset="-122"/>
              </a:rPr>
              <a:t>语言</a:t>
            </a:r>
            <a:r>
              <a:rPr lang="en-US" altLang="zh-CN" sz="22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UKIJ Qolyazma" pitchFamily="18" charset="0"/>
                <a:sym typeface="字魂58号-创中黑" panose="00000500000000000000" pitchFamily="2" charset="-122"/>
              </a:rPr>
              <a:t>AI</a:t>
            </a:r>
            <a:r>
              <a:rPr lang="zh-CN" altLang="en-US" sz="22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UKIJ Qolyazma" pitchFamily="18" charset="0"/>
                <a:sym typeface="字魂58号-创中黑" panose="00000500000000000000" pitchFamily="2" charset="-122"/>
              </a:rPr>
              <a:t>可能欺骗人类</a:t>
            </a:r>
            <a:endParaRPr lang="zh-CN" altLang="en-US" sz="22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UKIJ Qolyazma" pitchFamily="18" charset="0"/>
              <a:sym typeface="字魂58号-创中黑" panose="00000500000000000000" pitchFamily="2" charset="-122"/>
            </a:endParaRPr>
          </a:p>
        </p:txBody>
      </p:sp>
      <p:sp>
        <p:nvSpPr>
          <p:cNvPr id="45" name="TextBox 504"/>
          <p:cNvSpPr txBox="1"/>
          <p:nvPr>
            <p:custDataLst>
              <p:tags r:id="rId13"/>
            </p:custDataLst>
          </p:nvPr>
        </p:nvSpPr>
        <p:spPr>
          <a:xfrm>
            <a:off x="7367243" y="2635224"/>
            <a:ext cx="4061599" cy="1209675"/>
          </a:xfrm>
          <a:prstGeom prst="rect">
            <a:avLst/>
          </a:prstGeom>
          <a:noFill/>
        </p:spPr>
        <p:txBody>
          <a:bodyPr wrap="square" rtlCol="0">
            <a:spAutoFit/>
          </a:bodyPr>
          <a:lstStyle>
            <a:defPPr>
              <a:defRPr lang="zh-CN"/>
            </a:defPPr>
            <a:lvl1pPr>
              <a:lnSpc>
                <a:spcPct val="130000"/>
              </a:lnSpc>
              <a:defRPr sz="1400">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研究人员从互联网上收集数据，因此种族主义、性别歧视和其他辱骂性语言可能会最终出现在训练数据中。同时模型很难获取与互联网接触较少的群里的语言，这将导致</a:t>
            </a:r>
            <a:r>
              <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rPr>
              <a:t>AI</a:t>
            </a: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生成的语言将同质化。</a:t>
            </a:r>
            <a:endPar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6" name="TextBox 505"/>
          <p:cNvSpPr txBox="1"/>
          <p:nvPr>
            <p:custDataLst>
              <p:tags r:id="rId14"/>
            </p:custDataLst>
          </p:nvPr>
        </p:nvSpPr>
        <p:spPr>
          <a:xfrm>
            <a:off x="2607156" y="4990928"/>
            <a:ext cx="4061599" cy="1489075"/>
          </a:xfrm>
          <a:prstGeom prst="rect">
            <a:avLst/>
          </a:prstGeom>
          <a:noFill/>
        </p:spPr>
        <p:txBody>
          <a:bodyPr wrap="square" rtlCol="0">
            <a:spAutoFit/>
          </a:bodyPr>
          <a:lstStyle>
            <a:defPPr>
              <a:defRPr lang="zh-CN"/>
            </a:defPPr>
            <a:lvl1pPr>
              <a:lnSpc>
                <a:spcPct val="130000"/>
              </a:lnSpc>
              <a:defRPr sz="1400">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rPr>
              <a:t>AI</a:t>
            </a: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模型训练往往是大公司的秀场。如</a:t>
            </a:r>
            <a:r>
              <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rPr>
              <a:t>ByteDance</a:t>
            </a: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的</a:t>
            </a:r>
            <a:r>
              <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rPr>
              <a:t>MegaScale</a:t>
            </a: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和</a:t>
            </a:r>
            <a:r>
              <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rPr>
              <a:t>OpenAI</a:t>
            </a: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训练模型的训练报告，上万的</a:t>
            </a:r>
            <a:r>
              <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rPr>
              <a:t>GPU</a:t>
            </a: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训练集群被用来训练模型，而这其中的研究和开发成本往往是小公司无法承受的，这时候会导向</a:t>
            </a:r>
            <a:r>
              <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rPr>
              <a:t>AI</a:t>
            </a: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霸权。</a:t>
            </a:r>
            <a:endPar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7" name="TextBox 506"/>
          <p:cNvSpPr txBox="1"/>
          <p:nvPr>
            <p:custDataLst>
              <p:tags r:id="rId15"/>
            </p:custDataLst>
          </p:nvPr>
        </p:nvSpPr>
        <p:spPr>
          <a:xfrm>
            <a:off x="7367243" y="4990293"/>
            <a:ext cx="4061599" cy="1209675"/>
          </a:xfrm>
          <a:prstGeom prst="rect">
            <a:avLst/>
          </a:prstGeom>
          <a:noFill/>
        </p:spPr>
        <p:txBody>
          <a:bodyPr wrap="square" rtlCol="0">
            <a:spAutoFit/>
          </a:bodyPr>
          <a:lstStyle>
            <a:defPPr>
              <a:defRPr lang="zh-CN"/>
            </a:defPPr>
            <a:lvl1pPr>
              <a:lnSpc>
                <a:spcPct val="130000"/>
              </a:lnSpc>
              <a:defRPr sz="1400">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rPr>
              <a:t>AI</a:t>
            </a: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非常擅长模仿人类语言，因此很容易用它来愚弄人类。这样的行为现在被我们认为是大模型推理中的</a:t>
            </a:r>
            <a:r>
              <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rPr>
              <a:t>“</a:t>
            </a: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幻觉</a:t>
            </a:r>
            <a:r>
              <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rPr>
              <a:t>”</a:t>
            </a: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，这也是</a:t>
            </a:r>
            <a:r>
              <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rPr>
              <a:t> AI </a:t>
            </a: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算法与系统研究者需要共同考虑的问题。</a:t>
            </a:r>
            <a:endPar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26" name="矩形 3"/>
          <p:cNvSpPr>
            <a:spLocks noChangeArrowheads="1"/>
          </p:cNvSpPr>
          <p:nvPr/>
        </p:nvSpPr>
        <p:spPr bwMode="auto">
          <a:xfrm>
            <a:off x="4416872" y="355009"/>
            <a:ext cx="4776470" cy="551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p>
            <a:pPr>
              <a:spcBef>
                <a:spcPct val="0"/>
              </a:spcBef>
              <a:buFont typeface="Arial" panose="020B0604020202020204" pitchFamily="34" charset="0"/>
              <a:buNone/>
            </a:pPr>
            <a:r>
              <a:rPr lang="zh-CN" altLang="en-US" sz="30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Arial" panose="020B0604020202020204" pitchFamily="34" charset="0"/>
                <a:sym typeface="字魂58号-创中黑" panose="00000500000000000000" pitchFamily="2" charset="-122"/>
              </a:rPr>
              <a:t>论文提出：发展的四大风险</a:t>
            </a:r>
            <a:endParaRPr lang="en-US" altLang="zh-CN" sz="30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Arial" panose="020B0604020202020204" pitchFamily="34" charset="0"/>
              <a:sym typeface="字魂58号-创中黑" panose="00000500000000000000" pitchFamily="2" charset="-122"/>
            </a:endParaRPr>
          </a:p>
        </p:txBody>
      </p:sp>
      <p:grpSp>
        <p:nvGrpSpPr>
          <p:cNvPr id="27" name="组合 26"/>
          <p:cNvGrpSpPr/>
          <p:nvPr/>
        </p:nvGrpSpPr>
        <p:grpSpPr>
          <a:xfrm>
            <a:off x="3849591" y="406626"/>
            <a:ext cx="263341" cy="395013"/>
            <a:chOff x="5284519" y="1508166"/>
            <a:chExt cx="213756" cy="427512"/>
          </a:xfrm>
        </p:grpSpPr>
        <p:cxnSp>
          <p:nvCxnSpPr>
            <p:cNvPr id="28" name="直接连接符 27"/>
            <p:cNvCxnSpPr/>
            <p:nvPr/>
          </p:nvCxnSpPr>
          <p:spPr>
            <a:xfrm>
              <a:off x="5284519" y="1508166"/>
              <a:ext cx="213756" cy="213756"/>
            </a:xfrm>
            <a:prstGeom prst="line">
              <a:avLst/>
            </a:prstGeom>
            <a:ln w="19050">
              <a:solidFill>
                <a:schemeClr val="tx1">
                  <a:lumMod val="75000"/>
                  <a:lumOff val="25000"/>
                </a:schemeClr>
              </a:solidFill>
              <a:headEnd type="oval" w="med" len="med"/>
              <a:tailEnd type="oval" w="lg" len="lg"/>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5284519" y="1721922"/>
              <a:ext cx="213756" cy="213756"/>
            </a:xfrm>
            <a:prstGeom prst="line">
              <a:avLst/>
            </a:prstGeom>
            <a:ln w="19050">
              <a:solidFill>
                <a:schemeClr val="tx1">
                  <a:lumMod val="75000"/>
                  <a:lumOff val="25000"/>
                </a:schemeClr>
              </a:solidFill>
              <a:headEnd type="oval" w="med" len="med"/>
              <a:tailEnd type="oval" w="lg" len="lg"/>
            </a:ln>
          </p:spPr>
          <p:style>
            <a:lnRef idx="1">
              <a:schemeClr val="accent1"/>
            </a:lnRef>
            <a:fillRef idx="0">
              <a:schemeClr val="accent1"/>
            </a:fillRef>
            <a:effectRef idx="0">
              <a:schemeClr val="accent1"/>
            </a:effectRef>
            <a:fontRef idx="minor">
              <a:schemeClr val="tx1"/>
            </a:fontRef>
          </p:style>
        </p:cxnSp>
      </p:grpSp>
      <p:sp>
        <p:nvSpPr>
          <p:cNvPr id="2" name="TextBox 504"/>
          <p:cNvSpPr txBox="1"/>
          <p:nvPr>
            <p:custDataLst>
              <p:tags r:id="rId16"/>
            </p:custDataLst>
          </p:nvPr>
        </p:nvSpPr>
        <p:spPr>
          <a:xfrm>
            <a:off x="2705708" y="2635224"/>
            <a:ext cx="4061599" cy="1209675"/>
          </a:xfrm>
          <a:prstGeom prst="rect">
            <a:avLst/>
          </a:prstGeom>
          <a:noFill/>
        </p:spPr>
        <p:txBody>
          <a:bodyPr wrap="square" rtlCol="0">
            <a:spAutoFit/>
          </a:bodyPr>
          <a:lstStyle>
            <a:defPPr>
              <a:defRPr lang="zh-CN"/>
            </a:defPPr>
            <a:lvl1pPr>
              <a:lnSpc>
                <a:spcPct val="130000"/>
              </a:lnSpc>
              <a:defRPr sz="1400">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训练</a:t>
            </a:r>
            <a:r>
              <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rPr>
              <a:t>AI</a:t>
            </a: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模型会消耗大量电力，如谷歌在</a:t>
            </a:r>
            <a:r>
              <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rPr>
              <a:t>2020</a:t>
            </a: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年训练一次</a:t>
            </a:r>
            <a:r>
              <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rPr>
              <a:t>BERT</a:t>
            </a: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模型会产生</a:t>
            </a:r>
            <a:r>
              <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rPr>
              <a:t>1438</a:t>
            </a: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磅二氧化碳，几乎等于纽约和旧金山之间的往返航班的碳排放量。而随着模型参数和硬件发展，这个数字还在上升。</a:t>
            </a:r>
            <a:endPar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left)">
                                      <p:cBhvr>
                                        <p:cTn id="11" dur="500"/>
                                        <p:tgtEl>
                                          <p:spTgt spid="26"/>
                                        </p:tgtEl>
                                      </p:cBhvr>
                                    </p:animEffect>
                                  </p:childTnLst>
                                </p:cTn>
                              </p:par>
                            </p:childTnLst>
                          </p:cTn>
                        </p:par>
                        <p:par>
                          <p:cTn id="12" fill="hold">
                            <p:stCondLst>
                              <p:cond delay="1000"/>
                            </p:stCondLst>
                            <p:childTnLst>
                              <p:par>
                                <p:cTn id="13" presetID="2" presetClass="entr" presetSubtype="2"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additive="base">
                                        <p:cTn id="15" dur="750" fill="hold"/>
                                        <p:tgtEl>
                                          <p:spTgt spid="20"/>
                                        </p:tgtEl>
                                        <p:attrNameLst>
                                          <p:attrName>ppt_x</p:attrName>
                                        </p:attrNameLst>
                                      </p:cBhvr>
                                      <p:tavLst>
                                        <p:tav tm="0">
                                          <p:val>
                                            <p:strVal val="1+#ppt_w/2"/>
                                          </p:val>
                                        </p:tav>
                                        <p:tav tm="100000">
                                          <p:val>
                                            <p:strVal val="#ppt_x"/>
                                          </p:val>
                                        </p:tav>
                                      </p:tavLst>
                                    </p:anim>
                                    <p:anim calcmode="lin" valueType="num">
                                      <p:cBhvr additive="base">
                                        <p:cTn id="16" dur="750" fill="hold"/>
                                        <p:tgtEl>
                                          <p:spTgt spid="20"/>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25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1+#ppt_w/2"/>
                                          </p:val>
                                        </p:tav>
                                        <p:tav tm="100000">
                                          <p:val>
                                            <p:strVal val="#ppt_x"/>
                                          </p:val>
                                        </p:tav>
                                      </p:tavLst>
                                    </p:anim>
                                    <p:anim calcmode="lin" valueType="num">
                                      <p:cBhvr additive="base">
                                        <p:cTn id="20" dur="500" fill="hold"/>
                                        <p:tgtEl>
                                          <p:spTgt spid="22"/>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750" fill="hold"/>
                                        <p:tgtEl>
                                          <p:spTgt spid="21"/>
                                        </p:tgtEl>
                                        <p:attrNameLst>
                                          <p:attrName>ppt_x</p:attrName>
                                        </p:attrNameLst>
                                      </p:cBhvr>
                                      <p:tavLst>
                                        <p:tav tm="0">
                                          <p:val>
                                            <p:strVal val="1+#ppt_w/2"/>
                                          </p:val>
                                        </p:tav>
                                        <p:tav tm="100000">
                                          <p:val>
                                            <p:strVal val="#ppt_x"/>
                                          </p:val>
                                        </p:tav>
                                      </p:tavLst>
                                    </p:anim>
                                    <p:anim calcmode="lin" valueType="num">
                                      <p:cBhvr additive="base">
                                        <p:cTn id="24" dur="750" fill="hold"/>
                                        <p:tgtEl>
                                          <p:spTgt spid="21"/>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25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1+#ppt_w/2"/>
                                          </p:val>
                                        </p:tav>
                                        <p:tav tm="100000">
                                          <p:val>
                                            <p:strVal val="#ppt_x"/>
                                          </p:val>
                                        </p:tav>
                                      </p:tavLst>
                                    </p:anim>
                                    <p:anim calcmode="lin" valueType="num">
                                      <p:cBhvr additive="base">
                                        <p:cTn id="28" dur="500" fill="hold"/>
                                        <p:tgtEl>
                                          <p:spTgt spid="19"/>
                                        </p:tgtEl>
                                        <p:attrNameLst>
                                          <p:attrName>ppt_y</p:attrName>
                                        </p:attrNameLst>
                                      </p:cBhvr>
                                      <p:tavLst>
                                        <p:tav tm="0">
                                          <p:val>
                                            <p:strVal val="#ppt_y"/>
                                          </p:val>
                                        </p:tav>
                                        <p:tav tm="100000">
                                          <p:val>
                                            <p:strVal val="#ppt_y"/>
                                          </p:val>
                                        </p:tav>
                                      </p:tavLst>
                                    </p:anim>
                                  </p:childTnLst>
                                </p:cTn>
                              </p:par>
                            </p:childTnLst>
                          </p:cTn>
                        </p:par>
                        <p:par>
                          <p:cTn id="29" fill="hold">
                            <p:stCondLst>
                              <p:cond delay="2000"/>
                            </p:stCondLst>
                            <p:childTnLst>
                              <p:par>
                                <p:cTn id="30" presetID="22" presetClass="entr" presetSubtype="8" fill="hold" nodeType="after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cTn>
                              </p:par>
                              <p:par>
                                <p:cTn id="33" presetID="22" presetClass="entr" presetSubtype="8"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left)">
                                      <p:cBhvr>
                                        <p:cTn id="35" dur="500"/>
                                        <p:tgtEl>
                                          <p:spTgt spid="24"/>
                                        </p:tgtEl>
                                      </p:cBhvr>
                                    </p:animEffect>
                                  </p:childTnLst>
                                </p:cTn>
                              </p:par>
                              <p:par>
                                <p:cTn id="36" presetID="22" presetClass="entr" presetSubtype="8" fill="hold"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wipe(left)">
                                      <p:cBhvr>
                                        <p:cTn id="38" dur="500"/>
                                        <p:tgtEl>
                                          <p:spTgt spid="25"/>
                                        </p:tgtEl>
                                      </p:cBhvr>
                                    </p:animEffect>
                                  </p:childTnLst>
                                </p:cTn>
                              </p:par>
                              <p:par>
                                <p:cTn id="39" presetID="22" presetClass="entr" presetSubtype="8" fill="hold" nodeType="withEffect">
                                  <p:stCondLst>
                                    <p:cond delay="0"/>
                                  </p:stCondLst>
                                  <p:childTnLst>
                                    <p:set>
                                      <p:cBhvr>
                                        <p:cTn id="40" dur="1" fill="hold">
                                          <p:stCondLst>
                                            <p:cond delay="0"/>
                                          </p:stCondLst>
                                        </p:cTn>
                                        <p:tgtEl>
                                          <p:spTgt spid="39"/>
                                        </p:tgtEl>
                                        <p:attrNameLst>
                                          <p:attrName>style.visibility</p:attrName>
                                        </p:attrNameLst>
                                      </p:cBhvr>
                                      <p:to>
                                        <p:strVal val="visible"/>
                                      </p:to>
                                    </p:set>
                                    <p:animEffect transition="in" filter="wipe(left)">
                                      <p:cBhvr>
                                        <p:cTn id="41" dur="500"/>
                                        <p:tgtEl>
                                          <p:spTgt spid="39"/>
                                        </p:tgtEl>
                                      </p:cBhvr>
                                    </p:animEffect>
                                  </p:childTnLst>
                                </p:cTn>
                              </p:par>
                            </p:childTnLst>
                          </p:cTn>
                        </p:par>
                        <p:par>
                          <p:cTn id="42" fill="hold">
                            <p:stCondLst>
                              <p:cond delay="2500"/>
                            </p:stCondLst>
                            <p:childTnLst>
                              <p:par>
                                <p:cTn id="43" presetID="12" presetClass="entr" presetSubtype="4" fill="hold" grpId="0" nodeType="afterEffect">
                                  <p:stCondLst>
                                    <p:cond delay="0"/>
                                  </p:stCondLst>
                                  <p:iterate type="lt">
                                    <p:tmPct val="50000"/>
                                  </p:iterate>
                                  <p:childTnLst>
                                    <p:set>
                                      <p:cBhvr>
                                        <p:cTn id="44" dur="1" fill="hold">
                                          <p:stCondLst>
                                            <p:cond delay="0"/>
                                          </p:stCondLst>
                                        </p:cTn>
                                        <p:tgtEl>
                                          <p:spTgt spid="40"/>
                                        </p:tgtEl>
                                        <p:attrNameLst>
                                          <p:attrName>style.visibility</p:attrName>
                                        </p:attrNameLst>
                                      </p:cBhvr>
                                      <p:to>
                                        <p:strVal val="visible"/>
                                      </p:to>
                                    </p:set>
                                    <p:anim calcmode="lin" valueType="num">
                                      <p:cBhvr additive="base">
                                        <p:cTn id="45" dur="300"/>
                                        <p:tgtEl>
                                          <p:spTgt spid="40"/>
                                        </p:tgtEl>
                                        <p:attrNameLst>
                                          <p:attrName>ppt_y</p:attrName>
                                        </p:attrNameLst>
                                      </p:cBhvr>
                                      <p:tavLst>
                                        <p:tav tm="0">
                                          <p:val>
                                            <p:strVal val="#ppt_y+#ppt_h*1.125000"/>
                                          </p:val>
                                        </p:tav>
                                        <p:tav tm="100000">
                                          <p:val>
                                            <p:strVal val="#ppt_y"/>
                                          </p:val>
                                        </p:tav>
                                      </p:tavLst>
                                    </p:anim>
                                    <p:animEffect transition="in" filter="wipe(up)">
                                      <p:cBhvr>
                                        <p:cTn id="46" dur="300"/>
                                        <p:tgtEl>
                                          <p:spTgt spid="40"/>
                                        </p:tgtEl>
                                      </p:cBhvr>
                                    </p:animEffect>
                                  </p:childTnLst>
                                </p:cTn>
                              </p:par>
                              <p:par>
                                <p:cTn id="47" presetID="12" presetClass="entr" presetSubtype="4" fill="hold" grpId="0" nodeType="withEffect">
                                  <p:stCondLst>
                                    <p:cond delay="0"/>
                                  </p:stCondLst>
                                  <p:iterate type="lt">
                                    <p:tmPct val="50000"/>
                                  </p:iterate>
                                  <p:childTnLst>
                                    <p:set>
                                      <p:cBhvr>
                                        <p:cTn id="48" dur="1" fill="hold">
                                          <p:stCondLst>
                                            <p:cond delay="0"/>
                                          </p:stCondLst>
                                        </p:cTn>
                                        <p:tgtEl>
                                          <p:spTgt spid="41"/>
                                        </p:tgtEl>
                                        <p:attrNameLst>
                                          <p:attrName>style.visibility</p:attrName>
                                        </p:attrNameLst>
                                      </p:cBhvr>
                                      <p:to>
                                        <p:strVal val="visible"/>
                                      </p:to>
                                    </p:set>
                                    <p:anim calcmode="lin" valueType="num">
                                      <p:cBhvr additive="base">
                                        <p:cTn id="49" dur="300"/>
                                        <p:tgtEl>
                                          <p:spTgt spid="41"/>
                                        </p:tgtEl>
                                        <p:attrNameLst>
                                          <p:attrName>ppt_y</p:attrName>
                                        </p:attrNameLst>
                                      </p:cBhvr>
                                      <p:tavLst>
                                        <p:tav tm="0">
                                          <p:val>
                                            <p:strVal val="#ppt_y+#ppt_h*1.125000"/>
                                          </p:val>
                                        </p:tav>
                                        <p:tav tm="100000">
                                          <p:val>
                                            <p:strVal val="#ppt_y"/>
                                          </p:val>
                                        </p:tav>
                                      </p:tavLst>
                                    </p:anim>
                                    <p:animEffect transition="in" filter="wipe(up)">
                                      <p:cBhvr>
                                        <p:cTn id="50" dur="300"/>
                                        <p:tgtEl>
                                          <p:spTgt spid="41"/>
                                        </p:tgtEl>
                                      </p:cBhvr>
                                    </p:animEffect>
                                  </p:childTnLst>
                                </p:cTn>
                              </p:par>
                              <p:par>
                                <p:cTn id="51" presetID="12" presetClass="entr" presetSubtype="4" fill="hold" grpId="0" nodeType="withEffect">
                                  <p:stCondLst>
                                    <p:cond delay="0"/>
                                  </p:stCondLst>
                                  <p:iterate type="lt">
                                    <p:tmPct val="50000"/>
                                  </p:iterate>
                                  <p:childTnLst>
                                    <p:set>
                                      <p:cBhvr>
                                        <p:cTn id="52" dur="1" fill="hold">
                                          <p:stCondLst>
                                            <p:cond delay="0"/>
                                          </p:stCondLst>
                                        </p:cTn>
                                        <p:tgtEl>
                                          <p:spTgt spid="42"/>
                                        </p:tgtEl>
                                        <p:attrNameLst>
                                          <p:attrName>style.visibility</p:attrName>
                                        </p:attrNameLst>
                                      </p:cBhvr>
                                      <p:to>
                                        <p:strVal val="visible"/>
                                      </p:to>
                                    </p:set>
                                    <p:anim calcmode="lin" valueType="num">
                                      <p:cBhvr additive="base">
                                        <p:cTn id="53" dur="300"/>
                                        <p:tgtEl>
                                          <p:spTgt spid="42"/>
                                        </p:tgtEl>
                                        <p:attrNameLst>
                                          <p:attrName>ppt_y</p:attrName>
                                        </p:attrNameLst>
                                      </p:cBhvr>
                                      <p:tavLst>
                                        <p:tav tm="0">
                                          <p:val>
                                            <p:strVal val="#ppt_y+#ppt_h*1.125000"/>
                                          </p:val>
                                        </p:tav>
                                        <p:tav tm="100000">
                                          <p:val>
                                            <p:strVal val="#ppt_y"/>
                                          </p:val>
                                        </p:tav>
                                      </p:tavLst>
                                    </p:anim>
                                    <p:animEffect transition="in" filter="wipe(up)">
                                      <p:cBhvr>
                                        <p:cTn id="54" dur="300"/>
                                        <p:tgtEl>
                                          <p:spTgt spid="42"/>
                                        </p:tgtEl>
                                      </p:cBhvr>
                                    </p:animEffect>
                                  </p:childTnLst>
                                </p:cTn>
                              </p:par>
                              <p:par>
                                <p:cTn id="55" presetID="12" presetClass="entr" presetSubtype="4" fill="hold" grpId="0" nodeType="withEffect">
                                  <p:stCondLst>
                                    <p:cond delay="0"/>
                                  </p:stCondLst>
                                  <p:iterate type="lt">
                                    <p:tmPct val="50000"/>
                                  </p:iterate>
                                  <p:childTnLst>
                                    <p:set>
                                      <p:cBhvr>
                                        <p:cTn id="56" dur="1" fill="hold">
                                          <p:stCondLst>
                                            <p:cond delay="0"/>
                                          </p:stCondLst>
                                        </p:cTn>
                                        <p:tgtEl>
                                          <p:spTgt spid="43"/>
                                        </p:tgtEl>
                                        <p:attrNameLst>
                                          <p:attrName>style.visibility</p:attrName>
                                        </p:attrNameLst>
                                      </p:cBhvr>
                                      <p:to>
                                        <p:strVal val="visible"/>
                                      </p:to>
                                    </p:set>
                                    <p:anim calcmode="lin" valueType="num">
                                      <p:cBhvr additive="base">
                                        <p:cTn id="57" dur="300"/>
                                        <p:tgtEl>
                                          <p:spTgt spid="43"/>
                                        </p:tgtEl>
                                        <p:attrNameLst>
                                          <p:attrName>ppt_y</p:attrName>
                                        </p:attrNameLst>
                                      </p:cBhvr>
                                      <p:tavLst>
                                        <p:tav tm="0">
                                          <p:val>
                                            <p:strVal val="#ppt_y+#ppt_h*1.125000"/>
                                          </p:val>
                                        </p:tav>
                                        <p:tav tm="100000">
                                          <p:val>
                                            <p:strVal val="#ppt_y"/>
                                          </p:val>
                                        </p:tav>
                                      </p:tavLst>
                                    </p:anim>
                                    <p:animEffect transition="in" filter="wipe(up)">
                                      <p:cBhvr>
                                        <p:cTn id="58" dur="300"/>
                                        <p:tgtEl>
                                          <p:spTgt spid="43"/>
                                        </p:tgtEl>
                                      </p:cBhvr>
                                    </p:animEffect>
                                  </p:childTnLst>
                                </p:cTn>
                              </p:par>
                              <p:par>
                                <p:cTn id="59" presetID="10" presetClass="entr" presetSubtype="0" fill="hold" grpId="0" nodeType="withEffect">
                                  <p:stCondLst>
                                    <p:cond delay="1000"/>
                                  </p:stCondLst>
                                  <p:iterate type="lt">
                                    <p:tmPct val="10000"/>
                                  </p:iterate>
                                  <p:childTnLst>
                                    <p:set>
                                      <p:cBhvr>
                                        <p:cTn id="60" dur="1" fill="hold">
                                          <p:stCondLst>
                                            <p:cond delay="0"/>
                                          </p:stCondLst>
                                        </p:cTn>
                                        <p:tgtEl>
                                          <p:spTgt spid="45"/>
                                        </p:tgtEl>
                                        <p:attrNameLst>
                                          <p:attrName>style.visibility</p:attrName>
                                        </p:attrNameLst>
                                      </p:cBhvr>
                                      <p:to>
                                        <p:strVal val="visible"/>
                                      </p:to>
                                    </p:set>
                                    <p:animEffect transition="in" filter="fade">
                                      <p:cBhvr>
                                        <p:cTn id="61" dur="100"/>
                                        <p:tgtEl>
                                          <p:spTgt spid="45"/>
                                        </p:tgtEl>
                                      </p:cBhvr>
                                    </p:animEffect>
                                  </p:childTnLst>
                                </p:cTn>
                              </p:par>
                              <p:par>
                                <p:cTn id="62" presetID="10" presetClass="entr" presetSubtype="0" fill="hold" grpId="0" nodeType="withEffect">
                                  <p:stCondLst>
                                    <p:cond delay="1000"/>
                                  </p:stCondLst>
                                  <p:iterate type="lt">
                                    <p:tmPct val="10000"/>
                                  </p:iterate>
                                  <p:childTnLst>
                                    <p:set>
                                      <p:cBhvr>
                                        <p:cTn id="63" dur="1" fill="hold">
                                          <p:stCondLst>
                                            <p:cond delay="0"/>
                                          </p:stCondLst>
                                        </p:cTn>
                                        <p:tgtEl>
                                          <p:spTgt spid="46"/>
                                        </p:tgtEl>
                                        <p:attrNameLst>
                                          <p:attrName>style.visibility</p:attrName>
                                        </p:attrNameLst>
                                      </p:cBhvr>
                                      <p:to>
                                        <p:strVal val="visible"/>
                                      </p:to>
                                    </p:set>
                                    <p:animEffect transition="in" filter="fade">
                                      <p:cBhvr>
                                        <p:cTn id="64" dur="100"/>
                                        <p:tgtEl>
                                          <p:spTgt spid="46"/>
                                        </p:tgtEl>
                                      </p:cBhvr>
                                    </p:animEffect>
                                  </p:childTnLst>
                                </p:cTn>
                              </p:par>
                              <p:par>
                                <p:cTn id="65" presetID="10" presetClass="entr" presetSubtype="0" fill="hold" grpId="0" nodeType="withEffect">
                                  <p:stCondLst>
                                    <p:cond delay="1000"/>
                                  </p:stCondLst>
                                  <p:iterate type="lt">
                                    <p:tmPct val="10000"/>
                                  </p:iterate>
                                  <p:childTnLst>
                                    <p:set>
                                      <p:cBhvr>
                                        <p:cTn id="66" dur="1" fill="hold">
                                          <p:stCondLst>
                                            <p:cond delay="0"/>
                                          </p:stCondLst>
                                        </p:cTn>
                                        <p:tgtEl>
                                          <p:spTgt spid="47"/>
                                        </p:tgtEl>
                                        <p:attrNameLst>
                                          <p:attrName>style.visibility</p:attrName>
                                        </p:attrNameLst>
                                      </p:cBhvr>
                                      <p:to>
                                        <p:strVal val="visible"/>
                                      </p:to>
                                    </p:set>
                                    <p:animEffect transition="in" filter="fade">
                                      <p:cBhvr>
                                        <p:cTn id="67" dur="100"/>
                                        <p:tgtEl>
                                          <p:spTgt spid="47"/>
                                        </p:tgtEl>
                                      </p:cBhvr>
                                    </p:animEffect>
                                  </p:childTnLst>
                                </p:cTn>
                              </p:par>
                              <p:par>
                                <p:cTn id="68" presetID="10" presetClass="entr" presetSubtype="0" fill="hold" grpId="0" nodeType="withEffect">
                                  <p:stCondLst>
                                    <p:cond delay="1000"/>
                                  </p:stCondLst>
                                  <p:iterate type="lt">
                                    <p:tmPct val="10000"/>
                                  </p:iterate>
                                  <p:childTnLst>
                                    <p:set>
                                      <p:cBhvr>
                                        <p:cTn id="69" dur="1" fill="hold">
                                          <p:stCondLst>
                                            <p:cond delay="0"/>
                                          </p:stCondLst>
                                        </p:cTn>
                                        <p:tgtEl>
                                          <p:spTgt spid="2"/>
                                        </p:tgtEl>
                                        <p:attrNameLst>
                                          <p:attrName>style.visibility</p:attrName>
                                        </p:attrNameLst>
                                      </p:cBhvr>
                                      <p:to>
                                        <p:strVal val="visible"/>
                                      </p:to>
                                    </p:set>
                                    <p:animEffect transition="in" filter="fade">
                                      <p:cBhvr>
                                        <p:cTn id="70" dur="1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40" grpId="0"/>
      <p:bldP spid="41" grpId="0"/>
      <p:bldP spid="42" grpId="0"/>
      <p:bldP spid="43" grpId="0"/>
      <p:bldP spid="45" grpId="0"/>
      <p:bldP spid="46" grpId="0"/>
      <p:bldP spid="47" grpId="0"/>
      <p:bldP spid="26"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矩形 59"/>
          <p:cNvSpPr/>
          <p:nvPr>
            <p:custDataLst>
              <p:tags r:id="rId1"/>
            </p:custDataLst>
          </p:nvPr>
        </p:nvSpPr>
        <p:spPr>
          <a:xfrm>
            <a:off x="8601237" y="1964832"/>
            <a:ext cx="1313162" cy="430879"/>
          </a:xfrm>
          <a:prstGeom prst="rect">
            <a:avLst/>
          </a:prstGeom>
        </p:spPr>
        <p:txBody>
          <a:bodyPr wrap="none" lIns="91431" tIns="45716" rIns="91431" bIns="45716">
            <a:spAutoFit/>
          </a:bodyPr>
          <a:lstStyle/>
          <a:p>
            <a:r>
              <a:rPr lang="zh-CN" altLang="en-US" sz="2200" b="1" dirty="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添加标题</a:t>
            </a:r>
            <a:endParaRPr lang="en-US" altLang="zh-CN" sz="2200" b="1" dirty="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1" name="矩形 60"/>
          <p:cNvSpPr/>
          <p:nvPr>
            <p:custDataLst>
              <p:tags r:id="rId2"/>
            </p:custDataLst>
          </p:nvPr>
        </p:nvSpPr>
        <p:spPr>
          <a:xfrm>
            <a:off x="8588273" y="4143934"/>
            <a:ext cx="1313162" cy="430879"/>
          </a:xfrm>
          <a:prstGeom prst="rect">
            <a:avLst/>
          </a:prstGeom>
        </p:spPr>
        <p:txBody>
          <a:bodyPr wrap="none" lIns="91431" tIns="45716" rIns="91431" bIns="45716">
            <a:spAutoFit/>
          </a:bodyPr>
          <a:lstStyle/>
          <a:p>
            <a:r>
              <a:rPr lang="zh-CN" altLang="en-US" sz="2200" b="1" dirty="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添加标题</a:t>
            </a:r>
            <a:endParaRPr lang="en-US" altLang="zh-CN" sz="2200" b="1" dirty="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2" name="矩形 61"/>
          <p:cNvSpPr/>
          <p:nvPr>
            <p:custDataLst>
              <p:tags r:id="rId3"/>
            </p:custDataLst>
          </p:nvPr>
        </p:nvSpPr>
        <p:spPr>
          <a:xfrm>
            <a:off x="3736101" y="3021227"/>
            <a:ext cx="1313163" cy="430879"/>
          </a:xfrm>
          <a:prstGeom prst="rect">
            <a:avLst/>
          </a:prstGeom>
        </p:spPr>
        <p:txBody>
          <a:bodyPr wrap="none" lIns="91431" tIns="45716" rIns="91431" bIns="45716">
            <a:spAutoFit/>
          </a:bodyPr>
          <a:lstStyle/>
          <a:p>
            <a:pPr algn="r"/>
            <a:r>
              <a:rPr lang="zh-CN" altLang="en-US" sz="2200" b="1" dirty="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添加标题</a:t>
            </a:r>
            <a:endParaRPr lang="en-US" altLang="zh-CN" sz="2200" b="1" dirty="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3" name="等腰三角形 62"/>
          <p:cNvSpPr>
            <a:spLocks noChangeAspect="1" noChangeArrowheads="1"/>
          </p:cNvSpPr>
          <p:nvPr>
            <p:custDataLst>
              <p:tags r:id="rId4"/>
            </p:custDataLst>
          </p:nvPr>
        </p:nvSpPr>
        <p:spPr bwMode="auto">
          <a:xfrm rot="5400000" flipV="1">
            <a:off x="8292892" y="2473767"/>
            <a:ext cx="239249" cy="206315"/>
          </a:xfrm>
          <a:prstGeom prst="triangle">
            <a:avLst>
              <a:gd name="adj" fmla="val 50000"/>
            </a:avLst>
          </a:prstGeom>
          <a:solidFill>
            <a:srgbClr val="005BAA"/>
          </a:solidFill>
          <a:ln>
            <a:noFill/>
          </a:ln>
        </p:spPr>
        <p:txBody>
          <a:bodyPr lIns="91431" tIns="45716" rIns="91431" bIns="45716"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endParaRPr lang="zh-CN" altLang="zh-CN" sz="200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4" name="矩形 47"/>
          <p:cNvSpPr>
            <a:spLocks noChangeArrowheads="1"/>
          </p:cNvSpPr>
          <p:nvPr>
            <p:custDataLst>
              <p:tags r:id="rId5"/>
            </p:custDataLst>
          </p:nvPr>
        </p:nvSpPr>
        <p:spPr bwMode="auto">
          <a:xfrm>
            <a:off x="8588275" y="2379570"/>
            <a:ext cx="2822407" cy="1126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333333"/>
                </a:solidFill>
                <a:latin typeface="字魂58号-创中黑" panose="00000500000000000000" pitchFamily="2" charset="-122"/>
                <a:ea typeface="字魂58号-创中黑" panose="00000500000000000000" pitchFamily="2" charset="-122"/>
                <a:sym typeface="字魂58号-创中黑" panose="00000500000000000000" pitchFamily="2" charset="-122"/>
              </a:rPr>
              <a:t>在此录入上述图表的综合描述说明，在此录入上述图表的综合描述说明，在此录入上述图表的综合描述说明。</a:t>
            </a:r>
            <a:endParaRPr lang="zh-CN" altLang="en-US" sz="1400" dirty="0">
              <a:solidFill>
                <a:srgbClr val="333333"/>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5" name="等腰三角形 18"/>
          <p:cNvSpPr>
            <a:spLocks noChangeAspect="1" noChangeArrowheads="1"/>
          </p:cNvSpPr>
          <p:nvPr>
            <p:custDataLst>
              <p:tags r:id="rId6"/>
            </p:custDataLst>
          </p:nvPr>
        </p:nvSpPr>
        <p:spPr bwMode="auto">
          <a:xfrm rot="5400000" flipV="1">
            <a:off x="8292892" y="4656835"/>
            <a:ext cx="239249" cy="206315"/>
          </a:xfrm>
          <a:prstGeom prst="triangle">
            <a:avLst>
              <a:gd name="adj" fmla="val 50000"/>
            </a:avLst>
          </a:prstGeom>
          <a:solidFill>
            <a:srgbClr val="005BAA"/>
          </a:solidFill>
          <a:ln>
            <a:noFill/>
          </a:ln>
        </p:spPr>
        <p:txBody>
          <a:bodyPr lIns="91431" tIns="45716" rIns="91431" bIns="45716"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endParaRPr lang="zh-CN" altLang="zh-CN" sz="200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6" name="矩形 47"/>
          <p:cNvSpPr>
            <a:spLocks noChangeArrowheads="1"/>
          </p:cNvSpPr>
          <p:nvPr>
            <p:custDataLst>
              <p:tags r:id="rId7"/>
            </p:custDataLst>
          </p:nvPr>
        </p:nvSpPr>
        <p:spPr bwMode="auto">
          <a:xfrm>
            <a:off x="8588275" y="4562642"/>
            <a:ext cx="2822407" cy="1126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333333"/>
                </a:solidFill>
                <a:latin typeface="字魂58号-创中黑" panose="00000500000000000000" pitchFamily="2" charset="-122"/>
                <a:ea typeface="字魂58号-创中黑" panose="00000500000000000000" pitchFamily="2" charset="-122"/>
                <a:sym typeface="字魂58号-创中黑" panose="00000500000000000000" pitchFamily="2" charset="-122"/>
              </a:rPr>
              <a:t>在此录入上述图表的综合描述说明，在此录入上述图表的综合描述说明，在此录入上述图表的综合描述说明。</a:t>
            </a:r>
            <a:endParaRPr lang="zh-CN" altLang="en-US" sz="1400" dirty="0">
              <a:solidFill>
                <a:srgbClr val="333333"/>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7" name="等腰三角形 18"/>
          <p:cNvSpPr>
            <a:spLocks noChangeAspect="1" noChangeArrowheads="1"/>
          </p:cNvSpPr>
          <p:nvPr>
            <p:custDataLst>
              <p:tags r:id="rId8"/>
            </p:custDataLst>
          </p:nvPr>
        </p:nvSpPr>
        <p:spPr bwMode="auto">
          <a:xfrm rot="16200000" flipH="1" flipV="1">
            <a:off x="5222581" y="3526879"/>
            <a:ext cx="239249" cy="206315"/>
          </a:xfrm>
          <a:prstGeom prst="triangle">
            <a:avLst>
              <a:gd name="adj" fmla="val 50000"/>
            </a:avLst>
          </a:prstGeom>
          <a:solidFill>
            <a:srgbClr val="005BAA"/>
          </a:solidFill>
          <a:ln>
            <a:noFill/>
          </a:ln>
        </p:spPr>
        <p:txBody>
          <a:bodyPr lIns="91431" tIns="45716" rIns="91431" bIns="45716"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endParaRPr lang="zh-CN" altLang="zh-CN" sz="200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8" name="矩形 47"/>
          <p:cNvSpPr>
            <a:spLocks noChangeArrowheads="1"/>
          </p:cNvSpPr>
          <p:nvPr>
            <p:custDataLst>
              <p:tags r:id="rId9"/>
            </p:custDataLst>
          </p:nvPr>
        </p:nvSpPr>
        <p:spPr bwMode="auto">
          <a:xfrm>
            <a:off x="2730321" y="3432678"/>
            <a:ext cx="2443253" cy="1384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333333"/>
                </a:solidFill>
                <a:latin typeface="字魂58号-创中黑" panose="00000500000000000000" pitchFamily="2" charset="-122"/>
                <a:ea typeface="字魂58号-创中黑" panose="00000500000000000000" pitchFamily="2" charset="-122"/>
                <a:sym typeface="字魂58号-创中黑" panose="00000500000000000000" pitchFamily="2" charset="-122"/>
              </a:rPr>
              <a:t>在此录入图表的综合描述说明，在此录入上述图表的描述说明，在此录入上述图表的描述说明。在此录入上述图表的描述说明。</a:t>
            </a:r>
            <a:endParaRPr lang="zh-CN" altLang="en-US" sz="1400" dirty="0">
              <a:solidFill>
                <a:srgbClr val="333333"/>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9" name="形状 68"/>
          <p:cNvSpPr/>
          <p:nvPr>
            <p:custDataLst>
              <p:tags r:id="rId10"/>
            </p:custDataLst>
          </p:nvPr>
        </p:nvSpPr>
        <p:spPr>
          <a:xfrm>
            <a:off x="5588491" y="2949411"/>
            <a:ext cx="1867985" cy="1868267"/>
          </a:xfrm>
          <a:prstGeom prst="leftCircularArrow">
            <a:avLst>
              <a:gd name="adj1" fmla="val 8909"/>
              <a:gd name="adj2" fmla="val 1142322"/>
              <a:gd name="adj3" fmla="val 6293598"/>
              <a:gd name="adj4" fmla="val 18900002"/>
              <a:gd name="adj5" fmla="val 12500"/>
            </a:avLst>
          </a:prstGeom>
          <a:solidFill>
            <a:srgbClr val="333333"/>
          </a:solidFill>
          <a:ln>
            <a:noFill/>
          </a:ln>
          <a:effectLst/>
        </p:spPr>
        <p:style>
          <a:lnRef idx="0">
            <a:scrgbClr r="0" g="0" b="0"/>
          </a:lnRef>
          <a:fillRef idx="3">
            <a:scrgbClr r="0" g="0" b="0"/>
          </a:fillRef>
          <a:effectRef idx="2">
            <a:scrgbClr r="0" g="0" b="0"/>
          </a:effectRef>
          <a:fontRef idx="minor">
            <a:schemeClr val="lt1"/>
          </a:fontRef>
        </p:style>
        <p:txBody>
          <a:bodyPr/>
          <a:lstStyle/>
          <a:p>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70" name="空心弧 69"/>
          <p:cNvSpPr/>
          <p:nvPr>
            <p:custDataLst>
              <p:tags r:id="rId11"/>
            </p:custDataLst>
          </p:nvPr>
        </p:nvSpPr>
        <p:spPr>
          <a:xfrm>
            <a:off x="6258742" y="4171955"/>
            <a:ext cx="1604887" cy="1605530"/>
          </a:xfrm>
          <a:prstGeom prst="blockArc">
            <a:avLst>
              <a:gd name="adj1" fmla="val 13624405"/>
              <a:gd name="adj2" fmla="val 17228224"/>
              <a:gd name="adj3" fmla="val 11481"/>
            </a:avLst>
          </a:prstGeom>
          <a:solidFill>
            <a:srgbClr val="333333"/>
          </a:solidFill>
          <a:ln>
            <a:noFill/>
          </a:ln>
          <a:effectLst/>
        </p:spPr>
        <p:style>
          <a:lnRef idx="0">
            <a:scrgbClr r="0" g="0" b="0"/>
          </a:lnRef>
          <a:fillRef idx="3">
            <a:scrgbClr r="0" g="0" b="0"/>
          </a:fillRef>
          <a:effectRef idx="2">
            <a:scrgbClr r="0" g="0" b="0"/>
          </a:effectRef>
          <a:fontRef idx="minor">
            <a:schemeClr val="lt1"/>
          </a:fontRef>
        </p:style>
        <p:txBody>
          <a:bodyPr/>
          <a:lstStyle/>
          <a:p>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nvGrpSpPr>
          <p:cNvPr id="71" name="组合 70"/>
          <p:cNvGrpSpPr/>
          <p:nvPr>
            <p:custDataLst>
              <p:tags r:id="rId12"/>
            </p:custDataLst>
          </p:nvPr>
        </p:nvGrpSpPr>
        <p:grpSpPr>
          <a:xfrm rot="2736489">
            <a:off x="6807069" y="2487164"/>
            <a:ext cx="578227" cy="506765"/>
            <a:chOff x="4212441" y="1835306"/>
            <a:chExt cx="645570" cy="565784"/>
          </a:xfrm>
          <a:solidFill>
            <a:srgbClr val="005BAA"/>
          </a:solidFill>
        </p:grpSpPr>
        <p:sp>
          <p:nvSpPr>
            <p:cNvPr id="72" name="Freeform 143"/>
            <p:cNvSpPr/>
            <p:nvPr>
              <p:custDataLst>
                <p:tags r:id="rId13"/>
              </p:custDataLst>
            </p:nvPr>
          </p:nvSpPr>
          <p:spPr bwMode="auto">
            <a:xfrm>
              <a:off x="4386528" y="2100064"/>
              <a:ext cx="297398" cy="119685"/>
            </a:xfrm>
            <a:custGeom>
              <a:avLst/>
              <a:gdLst>
                <a:gd name="T0" fmla="*/ 30 w 35"/>
                <a:gd name="T1" fmla="*/ 13 h 14"/>
                <a:gd name="T2" fmla="*/ 5 w 35"/>
                <a:gd name="T3" fmla="*/ 13 h 14"/>
                <a:gd name="T4" fmla="*/ 5 w 35"/>
                <a:gd name="T5" fmla="*/ 13 h 14"/>
                <a:gd name="T6" fmla="*/ 1 w 35"/>
                <a:gd name="T7" fmla="*/ 13 h 14"/>
                <a:gd name="T8" fmla="*/ 1 w 35"/>
                <a:gd name="T9" fmla="*/ 13 h 14"/>
                <a:gd name="T10" fmla="*/ 1 w 35"/>
                <a:gd name="T11" fmla="*/ 9 h 14"/>
                <a:gd name="T12" fmla="*/ 1 w 35"/>
                <a:gd name="T13" fmla="*/ 9 h 14"/>
                <a:gd name="T14" fmla="*/ 34 w 35"/>
                <a:gd name="T15" fmla="*/ 9 h 14"/>
                <a:gd name="T16" fmla="*/ 34 w 35"/>
                <a:gd name="T17" fmla="*/ 9 h 14"/>
                <a:gd name="T18" fmla="*/ 34 w 35"/>
                <a:gd name="T19" fmla="*/ 13 h 14"/>
                <a:gd name="T20" fmla="*/ 34 w 35"/>
                <a:gd name="T21" fmla="*/ 13 h 14"/>
                <a:gd name="T22" fmla="*/ 30 w 35"/>
                <a:gd name="T23" fmla="*/ 1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14">
                  <a:moveTo>
                    <a:pt x="30" y="13"/>
                  </a:moveTo>
                  <a:cubicBezTo>
                    <a:pt x="23" y="6"/>
                    <a:pt x="12" y="6"/>
                    <a:pt x="5" y="13"/>
                  </a:cubicBezTo>
                  <a:cubicBezTo>
                    <a:pt x="5" y="13"/>
                    <a:pt x="5" y="13"/>
                    <a:pt x="5" y="13"/>
                  </a:cubicBezTo>
                  <a:cubicBezTo>
                    <a:pt x="4" y="14"/>
                    <a:pt x="2" y="14"/>
                    <a:pt x="1" y="13"/>
                  </a:cubicBezTo>
                  <a:cubicBezTo>
                    <a:pt x="1" y="13"/>
                    <a:pt x="1" y="13"/>
                    <a:pt x="1" y="13"/>
                  </a:cubicBezTo>
                  <a:cubicBezTo>
                    <a:pt x="0" y="12"/>
                    <a:pt x="0" y="10"/>
                    <a:pt x="1" y="9"/>
                  </a:cubicBezTo>
                  <a:cubicBezTo>
                    <a:pt x="1" y="9"/>
                    <a:pt x="1" y="9"/>
                    <a:pt x="1" y="9"/>
                  </a:cubicBezTo>
                  <a:cubicBezTo>
                    <a:pt x="10" y="0"/>
                    <a:pt x="25" y="0"/>
                    <a:pt x="34" y="9"/>
                  </a:cubicBezTo>
                  <a:cubicBezTo>
                    <a:pt x="34" y="9"/>
                    <a:pt x="34" y="9"/>
                    <a:pt x="34" y="9"/>
                  </a:cubicBezTo>
                  <a:cubicBezTo>
                    <a:pt x="35" y="10"/>
                    <a:pt x="35" y="12"/>
                    <a:pt x="34" y="13"/>
                  </a:cubicBezTo>
                  <a:cubicBezTo>
                    <a:pt x="34" y="13"/>
                    <a:pt x="34" y="13"/>
                    <a:pt x="34" y="13"/>
                  </a:cubicBezTo>
                  <a:cubicBezTo>
                    <a:pt x="33" y="14"/>
                    <a:pt x="31" y="14"/>
                    <a:pt x="30"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9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73" name="Freeform 144"/>
            <p:cNvSpPr/>
            <p:nvPr>
              <p:custDataLst>
                <p:tags r:id="rId14"/>
              </p:custDataLst>
            </p:nvPr>
          </p:nvSpPr>
          <p:spPr bwMode="auto">
            <a:xfrm>
              <a:off x="4451810" y="2227003"/>
              <a:ext cx="174086" cy="174087"/>
            </a:xfrm>
            <a:custGeom>
              <a:avLst/>
              <a:gdLst>
                <a:gd name="T0" fmla="*/ 3 w 20"/>
                <a:gd name="T1" fmla="*/ 17 h 20"/>
                <a:gd name="T2" fmla="*/ 3 w 20"/>
                <a:gd name="T3" fmla="*/ 4 h 20"/>
                <a:gd name="T4" fmla="*/ 16 w 20"/>
                <a:gd name="T5" fmla="*/ 4 h 20"/>
                <a:gd name="T6" fmla="*/ 16 w 20"/>
                <a:gd name="T7" fmla="*/ 17 h 20"/>
                <a:gd name="T8" fmla="*/ 3 w 20"/>
                <a:gd name="T9" fmla="*/ 17 h 20"/>
              </a:gdLst>
              <a:ahLst/>
              <a:cxnLst>
                <a:cxn ang="0">
                  <a:pos x="T0" y="T1"/>
                </a:cxn>
                <a:cxn ang="0">
                  <a:pos x="T2" y="T3"/>
                </a:cxn>
                <a:cxn ang="0">
                  <a:pos x="T4" y="T5"/>
                </a:cxn>
                <a:cxn ang="0">
                  <a:pos x="T6" y="T7"/>
                </a:cxn>
                <a:cxn ang="0">
                  <a:pos x="T8" y="T9"/>
                </a:cxn>
              </a:cxnLst>
              <a:rect l="0" t="0" r="r" b="b"/>
              <a:pathLst>
                <a:path w="20" h="20">
                  <a:moveTo>
                    <a:pt x="3" y="17"/>
                  </a:moveTo>
                  <a:cubicBezTo>
                    <a:pt x="0" y="13"/>
                    <a:pt x="0" y="7"/>
                    <a:pt x="3" y="4"/>
                  </a:cubicBezTo>
                  <a:cubicBezTo>
                    <a:pt x="7" y="0"/>
                    <a:pt x="12" y="0"/>
                    <a:pt x="16" y="4"/>
                  </a:cubicBezTo>
                  <a:cubicBezTo>
                    <a:pt x="20" y="7"/>
                    <a:pt x="20" y="13"/>
                    <a:pt x="16" y="17"/>
                  </a:cubicBezTo>
                  <a:cubicBezTo>
                    <a:pt x="12" y="20"/>
                    <a:pt x="7" y="20"/>
                    <a:pt x="3"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9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74" name="Freeform 145"/>
            <p:cNvSpPr/>
            <p:nvPr>
              <p:custDataLst>
                <p:tags r:id="rId15"/>
              </p:custDataLst>
            </p:nvPr>
          </p:nvSpPr>
          <p:spPr bwMode="auto">
            <a:xfrm>
              <a:off x="4299484" y="1962245"/>
              <a:ext cx="471484" cy="170461"/>
            </a:xfrm>
            <a:custGeom>
              <a:avLst/>
              <a:gdLst>
                <a:gd name="T0" fmla="*/ 50 w 55"/>
                <a:gd name="T1" fmla="*/ 19 h 20"/>
                <a:gd name="T2" fmla="*/ 6 w 55"/>
                <a:gd name="T3" fmla="*/ 19 h 20"/>
                <a:gd name="T4" fmla="*/ 6 w 55"/>
                <a:gd name="T5" fmla="*/ 19 h 20"/>
                <a:gd name="T6" fmla="*/ 1 w 55"/>
                <a:gd name="T7" fmla="*/ 19 h 20"/>
                <a:gd name="T8" fmla="*/ 1 w 55"/>
                <a:gd name="T9" fmla="*/ 19 h 20"/>
                <a:gd name="T10" fmla="*/ 1 w 55"/>
                <a:gd name="T11" fmla="*/ 15 h 20"/>
                <a:gd name="T12" fmla="*/ 1 w 55"/>
                <a:gd name="T13" fmla="*/ 15 h 20"/>
                <a:gd name="T14" fmla="*/ 54 w 55"/>
                <a:gd name="T15" fmla="*/ 15 h 20"/>
                <a:gd name="T16" fmla="*/ 54 w 55"/>
                <a:gd name="T17" fmla="*/ 15 h 20"/>
                <a:gd name="T18" fmla="*/ 54 w 55"/>
                <a:gd name="T19" fmla="*/ 19 h 20"/>
                <a:gd name="T20" fmla="*/ 54 w 55"/>
                <a:gd name="T21" fmla="*/ 19 h 20"/>
                <a:gd name="T22" fmla="*/ 50 w 55"/>
                <a:gd name="T23" fmla="*/ 1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5" h="20">
                  <a:moveTo>
                    <a:pt x="50" y="19"/>
                  </a:moveTo>
                  <a:cubicBezTo>
                    <a:pt x="37" y="7"/>
                    <a:pt x="18" y="7"/>
                    <a:pt x="6" y="19"/>
                  </a:cubicBezTo>
                  <a:cubicBezTo>
                    <a:pt x="6" y="19"/>
                    <a:pt x="6" y="19"/>
                    <a:pt x="6" y="19"/>
                  </a:cubicBezTo>
                  <a:cubicBezTo>
                    <a:pt x="4" y="20"/>
                    <a:pt x="2" y="20"/>
                    <a:pt x="1" y="19"/>
                  </a:cubicBezTo>
                  <a:cubicBezTo>
                    <a:pt x="1" y="19"/>
                    <a:pt x="1" y="19"/>
                    <a:pt x="1" y="19"/>
                  </a:cubicBezTo>
                  <a:cubicBezTo>
                    <a:pt x="0" y="18"/>
                    <a:pt x="0" y="16"/>
                    <a:pt x="1" y="15"/>
                  </a:cubicBezTo>
                  <a:cubicBezTo>
                    <a:pt x="1" y="15"/>
                    <a:pt x="1" y="15"/>
                    <a:pt x="1" y="15"/>
                  </a:cubicBezTo>
                  <a:cubicBezTo>
                    <a:pt x="16" y="0"/>
                    <a:pt x="39" y="0"/>
                    <a:pt x="54" y="15"/>
                  </a:cubicBezTo>
                  <a:cubicBezTo>
                    <a:pt x="54" y="15"/>
                    <a:pt x="54" y="15"/>
                    <a:pt x="54" y="15"/>
                  </a:cubicBezTo>
                  <a:cubicBezTo>
                    <a:pt x="55" y="16"/>
                    <a:pt x="55" y="18"/>
                    <a:pt x="54" y="19"/>
                  </a:cubicBezTo>
                  <a:cubicBezTo>
                    <a:pt x="54" y="19"/>
                    <a:pt x="54" y="19"/>
                    <a:pt x="54" y="19"/>
                  </a:cubicBezTo>
                  <a:cubicBezTo>
                    <a:pt x="53" y="20"/>
                    <a:pt x="51" y="20"/>
                    <a:pt x="50"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9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75" name="Freeform 146"/>
            <p:cNvSpPr/>
            <p:nvPr>
              <p:custDataLst>
                <p:tags r:id="rId16"/>
              </p:custDataLst>
            </p:nvPr>
          </p:nvSpPr>
          <p:spPr bwMode="auto">
            <a:xfrm>
              <a:off x="4212441" y="1835306"/>
              <a:ext cx="645570" cy="213982"/>
            </a:xfrm>
            <a:custGeom>
              <a:avLst/>
              <a:gdLst>
                <a:gd name="T0" fmla="*/ 70 w 75"/>
                <a:gd name="T1" fmla="*/ 24 h 25"/>
                <a:gd name="T2" fmla="*/ 6 w 75"/>
                <a:gd name="T3" fmla="*/ 24 h 25"/>
                <a:gd name="T4" fmla="*/ 6 w 75"/>
                <a:gd name="T5" fmla="*/ 24 h 25"/>
                <a:gd name="T6" fmla="*/ 2 w 75"/>
                <a:gd name="T7" fmla="*/ 24 h 25"/>
                <a:gd name="T8" fmla="*/ 2 w 75"/>
                <a:gd name="T9" fmla="*/ 24 h 25"/>
                <a:gd name="T10" fmla="*/ 2 w 75"/>
                <a:gd name="T11" fmla="*/ 20 h 25"/>
                <a:gd name="T12" fmla="*/ 2 w 75"/>
                <a:gd name="T13" fmla="*/ 20 h 25"/>
                <a:gd name="T14" fmla="*/ 74 w 75"/>
                <a:gd name="T15" fmla="*/ 20 h 25"/>
                <a:gd name="T16" fmla="*/ 74 w 75"/>
                <a:gd name="T17" fmla="*/ 20 h 25"/>
                <a:gd name="T18" fmla="*/ 74 w 75"/>
                <a:gd name="T19" fmla="*/ 24 h 25"/>
                <a:gd name="T20" fmla="*/ 74 w 75"/>
                <a:gd name="T21" fmla="*/ 24 h 25"/>
                <a:gd name="T22" fmla="*/ 70 w 75"/>
                <a:gd name="T23"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5" h="25">
                  <a:moveTo>
                    <a:pt x="70" y="24"/>
                  </a:moveTo>
                  <a:cubicBezTo>
                    <a:pt x="52" y="7"/>
                    <a:pt x="23" y="7"/>
                    <a:pt x="6" y="24"/>
                  </a:cubicBezTo>
                  <a:cubicBezTo>
                    <a:pt x="6" y="24"/>
                    <a:pt x="6" y="24"/>
                    <a:pt x="6" y="24"/>
                  </a:cubicBezTo>
                  <a:cubicBezTo>
                    <a:pt x="5" y="25"/>
                    <a:pt x="3" y="25"/>
                    <a:pt x="2" y="24"/>
                  </a:cubicBezTo>
                  <a:cubicBezTo>
                    <a:pt x="2" y="24"/>
                    <a:pt x="2" y="24"/>
                    <a:pt x="2" y="24"/>
                  </a:cubicBezTo>
                  <a:cubicBezTo>
                    <a:pt x="0" y="23"/>
                    <a:pt x="0" y="21"/>
                    <a:pt x="2" y="20"/>
                  </a:cubicBezTo>
                  <a:cubicBezTo>
                    <a:pt x="2" y="20"/>
                    <a:pt x="2" y="20"/>
                    <a:pt x="2" y="20"/>
                  </a:cubicBezTo>
                  <a:cubicBezTo>
                    <a:pt x="21" y="0"/>
                    <a:pt x="54" y="0"/>
                    <a:pt x="74" y="20"/>
                  </a:cubicBezTo>
                  <a:cubicBezTo>
                    <a:pt x="74" y="20"/>
                    <a:pt x="74" y="20"/>
                    <a:pt x="74" y="20"/>
                  </a:cubicBezTo>
                  <a:cubicBezTo>
                    <a:pt x="75" y="21"/>
                    <a:pt x="75" y="23"/>
                    <a:pt x="74" y="24"/>
                  </a:cubicBezTo>
                  <a:cubicBezTo>
                    <a:pt x="74" y="24"/>
                    <a:pt x="74" y="24"/>
                    <a:pt x="74" y="24"/>
                  </a:cubicBezTo>
                  <a:cubicBezTo>
                    <a:pt x="73" y="25"/>
                    <a:pt x="71" y="25"/>
                    <a:pt x="7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9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nvGrpSpPr>
          <p:cNvPr id="76" name="组合 75"/>
          <p:cNvGrpSpPr/>
          <p:nvPr>
            <p:custDataLst>
              <p:tags r:id="rId17"/>
            </p:custDataLst>
          </p:nvPr>
        </p:nvGrpSpPr>
        <p:grpSpPr>
          <a:xfrm>
            <a:off x="6230497" y="3642975"/>
            <a:ext cx="554403" cy="442165"/>
            <a:chOff x="3009633" y="2833220"/>
            <a:chExt cx="591168" cy="471487"/>
          </a:xfrm>
          <a:solidFill>
            <a:srgbClr val="005BAA"/>
          </a:solidFill>
        </p:grpSpPr>
        <p:sp>
          <p:nvSpPr>
            <p:cNvPr id="77" name="Oval 214"/>
            <p:cNvSpPr>
              <a:spLocks noChangeArrowheads="1"/>
            </p:cNvSpPr>
            <p:nvPr>
              <p:custDataLst>
                <p:tags r:id="rId18"/>
              </p:custDataLst>
            </p:nvPr>
          </p:nvSpPr>
          <p:spPr bwMode="auto">
            <a:xfrm>
              <a:off x="3234494" y="3210410"/>
              <a:ext cx="94297" cy="9429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9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78" name="Oval 215"/>
            <p:cNvSpPr>
              <a:spLocks noChangeArrowheads="1"/>
            </p:cNvSpPr>
            <p:nvPr>
              <p:custDataLst>
                <p:tags r:id="rId19"/>
              </p:custDataLst>
            </p:nvPr>
          </p:nvSpPr>
          <p:spPr bwMode="auto">
            <a:xfrm>
              <a:off x="3404954" y="3210410"/>
              <a:ext cx="101550" cy="9429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9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79" name="Freeform 216"/>
            <p:cNvSpPr>
              <a:spLocks noEditPoints="1"/>
            </p:cNvSpPr>
            <p:nvPr>
              <p:custDataLst>
                <p:tags r:id="rId20"/>
              </p:custDataLst>
            </p:nvPr>
          </p:nvSpPr>
          <p:spPr bwMode="auto">
            <a:xfrm>
              <a:off x="3009633" y="2833220"/>
              <a:ext cx="591168" cy="340921"/>
            </a:xfrm>
            <a:custGeom>
              <a:avLst/>
              <a:gdLst>
                <a:gd name="T0" fmla="*/ 66 w 69"/>
                <a:gd name="T1" fmla="*/ 13 h 40"/>
                <a:gd name="T2" fmla="*/ 26 w 69"/>
                <a:gd name="T3" fmla="*/ 13 h 40"/>
                <a:gd name="T4" fmla="*/ 22 w 69"/>
                <a:gd name="T5" fmla="*/ 9 h 40"/>
                <a:gd name="T6" fmla="*/ 22 w 69"/>
                <a:gd name="T7" fmla="*/ 4 h 40"/>
                <a:gd name="T8" fmla="*/ 17 w 69"/>
                <a:gd name="T9" fmla="*/ 0 h 40"/>
                <a:gd name="T10" fmla="*/ 4 w 69"/>
                <a:gd name="T11" fmla="*/ 0 h 40"/>
                <a:gd name="T12" fmla="*/ 0 w 69"/>
                <a:gd name="T13" fmla="*/ 4 h 40"/>
                <a:gd name="T14" fmla="*/ 4 w 69"/>
                <a:gd name="T15" fmla="*/ 8 h 40"/>
                <a:gd name="T16" fmla="*/ 9 w 69"/>
                <a:gd name="T17" fmla="*/ 8 h 40"/>
                <a:gd name="T18" fmla="*/ 14 w 69"/>
                <a:gd name="T19" fmla="*/ 12 h 40"/>
                <a:gd name="T20" fmla="*/ 24 w 69"/>
                <a:gd name="T21" fmla="*/ 37 h 40"/>
                <a:gd name="T22" fmla="*/ 30 w 69"/>
                <a:gd name="T23" fmla="*/ 40 h 40"/>
                <a:gd name="T24" fmla="*/ 54 w 69"/>
                <a:gd name="T25" fmla="*/ 40 h 40"/>
                <a:gd name="T26" fmla="*/ 60 w 69"/>
                <a:gd name="T27" fmla="*/ 37 h 40"/>
                <a:gd name="T28" fmla="*/ 68 w 69"/>
                <a:gd name="T29" fmla="*/ 17 h 40"/>
                <a:gd name="T30" fmla="*/ 66 w 69"/>
                <a:gd name="T31" fmla="*/ 13 h 40"/>
                <a:gd name="T32" fmla="*/ 53 w 69"/>
                <a:gd name="T33" fmla="*/ 35 h 40"/>
                <a:gd name="T34" fmla="*/ 32 w 69"/>
                <a:gd name="T35" fmla="*/ 35 h 40"/>
                <a:gd name="T36" fmla="*/ 26 w 69"/>
                <a:gd name="T37" fmla="*/ 19 h 40"/>
                <a:gd name="T38" fmla="*/ 59 w 69"/>
                <a:gd name="T39" fmla="*/ 19 h 40"/>
                <a:gd name="T40" fmla="*/ 53 w 69"/>
                <a:gd name="T41"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9" h="40">
                  <a:moveTo>
                    <a:pt x="66" y="13"/>
                  </a:moveTo>
                  <a:cubicBezTo>
                    <a:pt x="26" y="13"/>
                    <a:pt x="26" y="13"/>
                    <a:pt x="26" y="13"/>
                  </a:cubicBezTo>
                  <a:cubicBezTo>
                    <a:pt x="24" y="13"/>
                    <a:pt x="22" y="11"/>
                    <a:pt x="22" y="9"/>
                  </a:cubicBezTo>
                  <a:cubicBezTo>
                    <a:pt x="22" y="4"/>
                    <a:pt x="22" y="4"/>
                    <a:pt x="22" y="4"/>
                  </a:cubicBezTo>
                  <a:cubicBezTo>
                    <a:pt x="22" y="2"/>
                    <a:pt x="20" y="0"/>
                    <a:pt x="17" y="0"/>
                  </a:cubicBezTo>
                  <a:cubicBezTo>
                    <a:pt x="4" y="0"/>
                    <a:pt x="4" y="0"/>
                    <a:pt x="4" y="0"/>
                  </a:cubicBezTo>
                  <a:cubicBezTo>
                    <a:pt x="2" y="0"/>
                    <a:pt x="0" y="2"/>
                    <a:pt x="0" y="4"/>
                  </a:cubicBezTo>
                  <a:cubicBezTo>
                    <a:pt x="0" y="6"/>
                    <a:pt x="2" y="8"/>
                    <a:pt x="4" y="8"/>
                  </a:cubicBezTo>
                  <a:cubicBezTo>
                    <a:pt x="9" y="8"/>
                    <a:pt x="9" y="8"/>
                    <a:pt x="9" y="8"/>
                  </a:cubicBezTo>
                  <a:cubicBezTo>
                    <a:pt x="11" y="8"/>
                    <a:pt x="14" y="9"/>
                    <a:pt x="14" y="12"/>
                  </a:cubicBezTo>
                  <a:cubicBezTo>
                    <a:pt x="24" y="37"/>
                    <a:pt x="24" y="37"/>
                    <a:pt x="24" y="37"/>
                  </a:cubicBezTo>
                  <a:cubicBezTo>
                    <a:pt x="25" y="39"/>
                    <a:pt x="27" y="40"/>
                    <a:pt x="30" y="40"/>
                  </a:cubicBezTo>
                  <a:cubicBezTo>
                    <a:pt x="54" y="40"/>
                    <a:pt x="54" y="40"/>
                    <a:pt x="54" y="40"/>
                  </a:cubicBezTo>
                  <a:cubicBezTo>
                    <a:pt x="57" y="40"/>
                    <a:pt x="59" y="39"/>
                    <a:pt x="60" y="37"/>
                  </a:cubicBezTo>
                  <a:cubicBezTo>
                    <a:pt x="68" y="17"/>
                    <a:pt x="68" y="17"/>
                    <a:pt x="68" y="17"/>
                  </a:cubicBezTo>
                  <a:cubicBezTo>
                    <a:pt x="69" y="15"/>
                    <a:pt x="68" y="13"/>
                    <a:pt x="66" y="13"/>
                  </a:cubicBezTo>
                  <a:close/>
                  <a:moveTo>
                    <a:pt x="53" y="35"/>
                  </a:moveTo>
                  <a:cubicBezTo>
                    <a:pt x="32" y="35"/>
                    <a:pt x="32" y="35"/>
                    <a:pt x="32" y="35"/>
                  </a:cubicBezTo>
                  <a:cubicBezTo>
                    <a:pt x="26" y="19"/>
                    <a:pt x="26" y="19"/>
                    <a:pt x="26" y="19"/>
                  </a:cubicBezTo>
                  <a:cubicBezTo>
                    <a:pt x="59" y="19"/>
                    <a:pt x="59" y="19"/>
                    <a:pt x="59" y="19"/>
                  </a:cubicBezTo>
                  <a:lnTo>
                    <a:pt x="53"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9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nvGrpSpPr>
          <p:cNvPr id="80" name="组合 79"/>
          <p:cNvGrpSpPr/>
          <p:nvPr>
            <p:custDataLst>
              <p:tags r:id="rId21"/>
            </p:custDataLst>
          </p:nvPr>
        </p:nvGrpSpPr>
        <p:grpSpPr>
          <a:xfrm>
            <a:off x="6817353" y="4697514"/>
            <a:ext cx="425157" cy="554407"/>
            <a:chOff x="6889388" y="2720789"/>
            <a:chExt cx="453350" cy="591172"/>
          </a:xfrm>
          <a:solidFill>
            <a:srgbClr val="005BAA"/>
          </a:solidFill>
        </p:grpSpPr>
        <p:sp>
          <p:nvSpPr>
            <p:cNvPr id="81" name="Freeform 197"/>
            <p:cNvSpPr>
              <a:spLocks noEditPoints="1"/>
            </p:cNvSpPr>
            <p:nvPr>
              <p:custDataLst>
                <p:tags r:id="rId22"/>
              </p:custDataLst>
            </p:nvPr>
          </p:nvSpPr>
          <p:spPr bwMode="auto">
            <a:xfrm>
              <a:off x="7092489" y="2920264"/>
              <a:ext cx="250249" cy="391697"/>
            </a:xfrm>
            <a:custGeom>
              <a:avLst/>
              <a:gdLst>
                <a:gd name="T0" fmla="*/ 18 w 29"/>
                <a:gd name="T1" fmla="*/ 0 h 46"/>
                <a:gd name="T2" fmla="*/ 18 w 29"/>
                <a:gd name="T3" fmla="*/ 13 h 46"/>
                <a:gd name="T4" fmla="*/ 29 w 29"/>
                <a:gd name="T5" fmla="*/ 13 h 46"/>
                <a:gd name="T6" fmla="*/ 29 w 29"/>
                <a:gd name="T7" fmla="*/ 0 h 46"/>
                <a:gd name="T8" fmla="*/ 18 w 29"/>
                <a:gd name="T9" fmla="*/ 0 h 46"/>
                <a:gd name="T10" fmla="*/ 0 w 29"/>
                <a:gd name="T11" fmla="*/ 31 h 46"/>
                <a:gd name="T12" fmla="*/ 14 w 29"/>
                <a:gd name="T13" fmla="*/ 46 h 46"/>
                <a:gd name="T14" fmla="*/ 29 w 29"/>
                <a:gd name="T15" fmla="*/ 31 h 46"/>
                <a:gd name="T16" fmla="*/ 29 w 29"/>
                <a:gd name="T17" fmla="*/ 15 h 46"/>
                <a:gd name="T18" fmla="*/ 0 w 29"/>
                <a:gd name="T19" fmla="*/ 15 h 46"/>
                <a:gd name="T20" fmla="*/ 0 w 29"/>
                <a:gd name="T21" fmla="*/ 31 h 46"/>
                <a:gd name="T22" fmla="*/ 15 w 29"/>
                <a:gd name="T23" fmla="*/ 0 h 46"/>
                <a:gd name="T24" fmla="*/ 0 w 29"/>
                <a:gd name="T25" fmla="*/ 0 h 46"/>
                <a:gd name="T26" fmla="*/ 0 w 29"/>
                <a:gd name="T27" fmla="*/ 13 h 46"/>
                <a:gd name="T28" fmla="*/ 15 w 29"/>
                <a:gd name="T29" fmla="*/ 13 h 46"/>
                <a:gd name="T30" fmla="*/ 15 w 29"/>
                <a:gd name="T31"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6">
                  <a:moveTo>
                    <a:pt x="18" y="0"/>
                  </a:moveTo>
                  <a:cubicBezTo>
                    <a:pt x="18" y="13"/>
                    <a:pt x="18" y="13"/>
                    <a:pt x="18" y="13"/>
                  </a:cubicBezTo>
                  <a:cubicBezTo>
                    <a:pt x="29" y="13"/>
                    <a:pt x="29" y="13"/>
                    <a:pt x="29" y="13"/>
                  </a:cubicBezTo>
                  <a:cubicBezTo>
                    <a:pt x="29" y="0"/>
                    <a:pt x="29" y="0"/>
                    <a:pt x="29" y="0"/>
                  </a:cubicBezTo>
                  <a:lnTo>
                    <a:pt x="18" y="0"/>
                  </a:lnTo>
                  <a:close/>
                  <a:moveTo>
                    <a:pt x="0" y="31"/>
                  </a:moveTo>
                  <a:cubicBezTo>
                    <a:pt x="0" y="39"/>
                    <a:pt x="6" y="46"/>
                    <a:pt x="14" y="46"/>
                  </a:cubicBezTo>
                  <a:cubicBezTo>
                    <a:pt x="22" y="46"/>
                    <a:pt x="29" y="39"/>
                    <a:pt x="29" y="31"/>
                  </a:cubicBezTo>
                  <a:cubicBezTo>
                    <a:pt x="29" y="15"/>
                    <a:pt x="29" y="15"/>
                    <a:pt x="29" y="15"/>
                  </a:cubicBezTo>
                  <a:cubicBezTo>
                    <a:pt x="0" y="15"/>
                    <a:pt x="0" y="15"/>
                    <a:pt x="0" y="15"/>
                  </a:cubicBezTo>
                  <a:lnTo>
                    <a:pt x="0" y="31"/>
                  </a:lnTo>
                  <a:close/>
                  <a:moveTo>
                    <a:pt x="15" y="0"/>
                  </a:moveTo>
                  <a:cubicBezTo>
                    <a:pt x="0" y="0"/>
                    <a:pt x="0" y="0"/>
                    <a:pt x="0" y="0"/>
                  </a:cubicBezTo>
                  <a:cubicBezTo>
                    <a:pt x="0" y="13"/>
                    <a:pt x="0" y="13"/>
                    <a:pt x="0" y="13"/>
                  </a:cubicBezTo>
                  <a:cubicBezTo>
                    <a:pt x="15" y="13"/>
                    <a:pt x="15" y="13"/>
                    <a:pt x="15" y="13"/>
                  </a:cubicBezTo>
                  <a:lnTo>
                    <a:pt x="15" y="0"/>
                  </a:lnTo>
                  <a:close/>
                </a:path>
              </a:pathLst>
            </a:custGeom>
            <a:grpFill/>
            <a:ln>
              <a:noFill/>
            </a:ln>
          </p:spPr>
          <p:txBody>
            <a:bodyPr vert="horz" wrap="square" lIns="121920" tIns="60960" rIns="121920" bIns="60960" numCol="1" anchor="t" anchorCtr="0" compatLnSpc="1"/>
            <a:lstStyle/>
            <a:p>
              <a:endParaRPr lang="zh-CN" altLang="en-US" sz="249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82" name="Freeform 198"/>
            <p:cNvSpPr/>
            <p:nvPr>
              <p:custDataLst>
                <p:tags r:id="rId23"/>
              </p:custDataLst>
            </p:nvPr>
          </p:nvSpPr>
          <p:spPr bwMode="auto">
            <a:xfrm>
              <a:off x="6889388" y="2720789"/>
              <a:ext cx="333666" cy="301026"/>
            </a:xfrm>
            <a:custGeom>
              <a:avLst/>
              <a:gdLst>
                <a:gd name="T0" fmla="*/ 0 w 39"/>
                <a:gd name="T1" fmla="*/ 20 h 35"/>
                <a:gd name="T2" fmla="*/ 19 w 39"/>
                <a:gd name="T3" fmla="*/ 0 h 35"/>
                <a:gd name="T4" fmla="*/ 19 w 39"/>
                <a:gd name="T5" fmla="*/ 0 h 35"/>
                <a:gd name="T6" fmla="*/ 39 w 39"/>
                <a:gd name="T7" fmla="*/ 20 h 35"/>
                <a:gd name="T8" fmla="*/ 39 w 39"/>
                <a:gd name="T9" fmla="*/ 20 h 35"/>
                <a:gd name="T10" fmla="*/ 36 w 39"/>
                <a:gd name="T11" fmla="*/ 20 h 35"/>
                <a:gd name="T12" fmla="*/ 31 w 39"/>
                <a:gd name="T13" fmla="*/ 8 h 35"/>
                <a:gd name="T14" fmla="*/ 31 w 39"/>
                <a:gd name="T15" fmla="*/ 8 h 35"/>
                <a:gd name="T16" fmla="*/ 19 w 39"/>
                <a:gd name="T17" fmla="*/ 3 h 35"/>
                <a:gd name="T18" fmla="*/ 19 w 39"/>
                <a:gd name="T19" fmla="*/ 3 h 35"/>
                <a:gd name="T20" fmla="*/ 7 w 39"/>
                <a:gd name="T21" fmla="*/ 8 h 35"/>
                <a:gd name="T22" fmla="*/ 7 w 39"/>
                <a:gd name="T23" fmla="*/ 8 h 35"/>
                <a:gd name="T24" fmla="*/ 3 w 39"/>
                <a:gd name="T25" fmla="*/ 20 h 35"/>
                <a:gd name="T26" fmla="*/ 3 w 39"/>
                <a:gd name="T27" fmla="*/ 20 h 35"/>
                <a:gd name="T28" fmla="*/ 8 w 39"/>
                <a:gd name="T29" fmla="*/ 32 h 35"/>
                <a:gd name="T30" fmla="*/ 8 w 39"/>
                <a:gd name="T31" fmla="*/ 32 h 35"/>
                <a:gd name="T32" fmla="*/ 6 w 39"/>
                <a:gd name="T33" fmla="*/ 35 h 35"/>
                <a:gd name="T34" fmla="*/ 0 w 39"/>
                <a:gd name="T35" fmla="*/ 2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 h="35">
                  <a:moveTo>
                    <a:pt x="0" y="20"/>
                  </a:moveTo>
                  <a:cubicBezTo>
                    <a:pt x="0" y="9"/>
                    <a:pt x="8" y="1"/>
                    <a:pt x="19" y="0"/>
                  </a:cubicBezTo>
                  <a:cubicBezTo>
                    <a:pt x="19" y="0"/>
                    <a:pt x="19" y="0"/>
                    <a:pt x="19" y="0"/>
                  </a:cubicBezTo>
                  <a:cubicBezTo>
                    <a:pt x="30" y="1"/>
                    <a:pt x="39" y="9"/>
                    <a:pt x="39" y="20"/>
                  </a:cubicBezTo>
                  <a:cubicBezTo>
                    <a:pt x="39" y="20"/>
                    <a:pt x="39" y="20"/>
                    <a:pt x="39" y="20"/>
                  </a:cubicBezTo>
                  <a:cubicBezTo>
                    <a:pt x="36" y="20"/>
                    <a:pt x="36" y="20"/>
                    <a:pt x="36" y="20"/>
                  </a:cubicBezTo>
                  <a:cubicBezTo>
                    <a:pt x="36" y="16"/>
                    <a:pt x="34" y="11"/>
                    <a:pt x="31" y="8"/>
                  </a:cubicBezTo>
                  <a:cubicBezTo>
                    <a:pt x="31" y="8"/>
                    <a:pt x="31" y="8"/>
                    <a:pt x="31" y="8"/>
                  </a:cubicBezTo>
                  <a:cubicBezTo>
                    <a:pt x="28" y="5"/>
                    <a:pt x="24" y="3"/>
                    <a:pt x="19" y="3"/>
                  </a:cubicBezTo>
                  <a:cubicBezTo>
                    <a:pt x="19" y="3"/>
                    <a:pt x="19" y="3"/>
                    <a:pt x="19" y="3"/>
                  </a:cubicBezTo>
                  <a:cubicBezTo>
                    <a:pt x="15" y="3"/>
                    <a:pt x="10" y="5"/>
                    <a:pt x="7" y="8"/>
                  </a:cubicBezTo>
                  <a:cubicBezTo>
                    <a:pt x="7" y="8"/>
                    <a:pt x="7" y="8"/>
                    <a:pt x="7" y="8"/>
                  </a:cubicBezTo>
                  <a:cubicBezTo>
                    <a:pt x="4" y="11"/>
                    <a:pt x="3" y="16"/>
                    <a:pt x="3" y="20"/>
                  </a:cubicBezTo>
                  <a:cubicBezTo>
                    <a:pt x="3" y="20"/>
                    <a:pt x="3" y="20"/>
                    <a:pt x="3" y="20"/>
                  </a:cubicBezTo>
                  <a:cubicBezTo>
                    <a:pt x="3" y="25"/>
                    <a:pt x="5" y="29"/>
                    <a:pt x="8" y="32"/>
                  </a:cubicBezTo>
                  <a:cubicBezTo>
                    <a:pt x="8" y="32"/>
                    <a:pt x="8" y="32"/>
                    <a:pt x="8" y="32"/>
                  </a:cubicBezTo>
                  <a:cubicBezTo>
                    <a:pt x="6" y="35"/>
                    <a:pt x="6" y="35"/>
                    <a:pt x="6" y="35"/>
                  </a:cubicBezTo>
                  <a:cubicBezTo>
                    <a:pt x="2" y="31"/>
                    <a:pt x="0" y="26"/>
                    <a:pt x="0" y="20"/>
                  </a:cubicBezTo>
                  <a:close/>
                </a:path>
              </a:pathLst>
            </a:custGeom>
            <a:grpFill/>
            <a:ln>
              <a:noFill/>
            </a:ln>
          </p:spPr>
          <p:txBody>
            <a:bodyPr vert="horz" wrap="square" lIns="121920" tIns="60960" rIns="121920" bIns="60960" numCol="1" anchor="t" anchorCtr="0" compatLnSpc="1"/>
            <a:lstStyle/>
            <a:p>
              <a:endParaRPr lang="zh-CN" altLang="en-US" sz="249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83" name="空心弧 82"/>
          <p:cNvSpPr/>
          <p:nvPr>
            <p:custDataLst>
              <p:tags r:id="rId24"/>
            </p:custDataLst>
          </p:nvPr>
        </p:nvSpPr>
        <p:spPr>
          <a:xfrm>
            <a:off x="6258742" y="4171955"/>
            <a:ext cx="1604887" cy="1605530"/>
          </a:xfrm>
          <a:prstGeom prst="blockArc">
            <a:avLst>
              <a:gd name="adj1" fmla="val 17085111"/>
              <a:gd name="adj2" fmla="val 10799997"/>
              <a:gd name="adj3" fmla="val 11504"/>
            </a:avLst>
          </a:prstGeom>
          <a:solidFill>
            <a:srgbClr val="333333"/>
          </a:solidFill>
          <a:ln>
            <a:noFill/>
          </a:ln>
          <a:effectLst/>
        </p:spPr>
        <p:style>
          <a:lnRef idx="0">
            <a:scrgbClr r="0" g="0" b="0"/>
          </a:lnRef>
          <a:fillRef idx="3">
            <a:scrgbClr r="0" g="0" b="0"/>
          </a:fillRef>
          <a:effectRef idx="2">
            <a:scrgbClr r="0" g="0" b="0"/>
          </a:effectRef>
          <a:fontRef idx="minor">
            <a:schemeClr val="lt1"/>
          </a:fontRef>
        </p:style>
        <p:txBody>
          <a:bodyPr/>
          <a:lstStyle/>
          <a:p>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84" name="任意多边形 83"/>
          <p:cNvSpPr/>
          <p:nvPr>
            <p:custDataLst>
              <p:tags r:id="rId25"/>
            </p:custDataLst>
          </p:nvPr>
        </p:nvSpPr>
        <p:spPr>
          <a:xfrm rot="17307692">
            <a:off x="6616241" y="2432472"/>
            <a:ext cx="1619267" cy="872432"/>
          </a:xfrm>
          <a:custGeom>
            <a:avLst/>
            <a:gdLst>
              <a:gd name="connsiteX0" fmla="*/ 4833930 w 4843779"/>
              <a:gd name="connsiteY0" fmla="*/ 0 h 2609741"/>
              <a:gd name="connsiteX1" fmla="*/ 4843489 w 4843779"/>
              <a:gd name="connsiteY1" fmla="*/ 152635 h 2609741"/>
              <a:gd name="connsiteX2" fmla="*/ 3517115 w 4843779"/>
              <a:gd name="connsiteY2" fmla="*/ 2348626 h 2609741"/>
              <a:gd name="connsiteX3" fmla="*/ 351244 w 4843779"/>
              <a:gd name="connsiteY3" fmla="*/ 1435790 h 2609741"/>
              <a:gd name="connsiteX4" fmla="*/ 0 w 4843779"/>
              <a:gd name="connsiteY4" fmla="*/ 1526124 h 2609741"/>
              <a:gd name="connsiteX5" fmla="*/ 380009 w 4843779"/>
              <a:gd name="connsiteY5" fmla="*/ 717222 h 2609741"/>
              <a:gd name="connsiteX6" fmla="*/ 1326890 w 4843779"/>
              <a:gd name="connsiteY6" fmla="*/ 1184874 h 2609741"/>
              <a:gd name="connsiteX7" fmla="*/ 981253 w 4843779"/>
              <a:gd name="connsiteY7" fmla="*/ 1273766 h 2609741"/>
              <a:gd name="connsiteX8" fmla="*/ 3348138 w 4843779"/>
              <a:gd name="connsiteY8" fmla="*/ 1741216 h 2609741"/>
              <a:gd name="connsiteX9" fmla="*/ 4226462 w 4843779"/>
              <a:gd name="connsiteY9" fmla="*/ 84448 h 2609741"/>
              <a:gd name="connsiteX10" fmla="*/ 4217585 w 4843779"/>
              <a:gd name="connsiteY10" fmla="*/ 0 h 2609741"/>
              <a:gd name="connsiteX11" fmla="*/ 4833930 w 4843779"/>
              <a:gd name="connsiteY11" fmla="*/ 0 h 260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43779" h="2609741">
                <a:moveTo>
                  <a:pt x="4833930" y="0"/>
                </a:moveTo>
                <a:lnTo>
                  <a:pt x="4843489" y="152635"/>
                </a:lnTo>
                <a:cubicBezTo>
                  <a:pt x="4857473" y="1052464"/>
                  <a:pt x="4365817" y="1918999"/>
                  <a:pt x="3517115" y="2348626"/>
                </a:cubicBezTo>
                <a:cubicBezTo>
                  <a:pt x="2385597" y="2921419"/>
                  <a:pt x="1003828" y="2523005"/>
                  <a:pt x="351244" y="1435790"/>
                </a:cubicBezTo>
                <a:lnTo>
                  <a:pt x="0" y="1526124"/>
                </a:lnTo>
                <a:lnTo>
                  <a:pt x="380009" y="717222"/>
                </a:lnTo>
                <a:lnTo>
                  <a:pt x="1326890" y="1184874"/>
                </a:lnTo>
                <a:lnTo>
                  <a:pt x="981253" y="1273766"/>
                </a:lnTo>
                <a:cubicBezTo>
                  <a:pt x="1534634" y="2011589"/>
                  <a:pt x="2555569" y="2213219"/>
                  <a:pt x="3348138" y="1741216"/>
                </a:cubicBezTo>
                <a:cubicBezTo>
                  <a:pt x="3942651" y="1387163"/>
                  <a:pt x="4265044" y="739620"/>
                  <a:pt x="4226462" y="84448"/>
                </a:cubicBezTo>
                <a:lnTo>
                  <a:pt x="4217585" y="0"/>
                </a:lnTo>
                <a:lnTo>
                  <a:pt x="4833930" y="0"/>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85" name="任意多边形 84"/>
          <p:cNvSpPr/>
          <p:nvPr>
            <p:custDataLst>
              <p:tags r:id="rId26"/>
            </p:custDataLst>
          </p:nvPr>
        </p:nvSpPr>
        <p:spPr>
          <a:xfrm rot="17307692">
            <a:off x="6220167" y="1981326"/>
            <a:ext cx="1063396" cy="744568"/>
          </a:xfrm>
          <a:custGeom>
            <a:avLst/>
            <a:gdLst>
              <a:gd name="connsiteX0" fmla="*/ 3082922 w 3180980"/>
              <a:gd name="connsiteY0" fmla="*/ 1705085 h 2227258"/>
              <a:gd name="connsiteX1" fmla="*/ 3176423 w 3180980"/>
              <a:gd name="connsiteY1" fmla="*/ 2154476 h 2227258"/>
              <a:gd name="connsiteX2" fmla="*/ 3180980 w 3180980"/>
              <a:gd name="connsiteY2" fmla="*/ 2227258 h 2227258"/>
              <a:gd name="connsiteX3" fmla="*/ 2564635 w 3180980"/>
              <a:gd name="connsiteY3" fmla="*/ 2227258 h 2227258"/>
              <a:gd name="connsiteX4" fmla="*/ 2556295 w 3180980"/>
              <a:gd name="connsiteY4" fmla="*/ 2147919 h 2227258"/>
              <a:gd name="connsiteX5" fmla="*/ 2411315 w 3180980"/>
              <a:gd name="connsiteY5" fmla="*/ 1664578 h 2227258"/>
              <a:gd name="connsiteX6" fmla="*/ 196026 w 3180980"/>
              <a:gd name="connsiteY6" fmla="*/ 708959 h 2227258"/>
              <a:gd name="connsiteX7" fmla="*/ 0 w 3180980"/>
              <a:gd name="connsiteY7" fmla="*/ 127074 h 2227258"/>
              <a:gd name="connsiteX8" fmla="*/ 3002505 w 3180980"/>
              <a:gd name="connsiteY8" fmla="*/ 1483914 h 2227258"/>
              <a:gd name="connsiteX9" fmla="*/ 3082922 w 3180980"/>
              <a:gd name="connsiteY9" fmla="*/ 1705085 h 2227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80980" h="2227258">
                <a:moveTo>
                  <a:pt x="3082922" y="1705085"/>
                </a:moveTo>
                <a:cubicBezTo>
                  <a:pt x="3128937" y="1853627"/>
                  <a:pt x="3159875" y="2004047"/>
                  <a:pt x="3176423" y="2154476"/>
                </a:cubicBezTo>
                <a:lnTo>
                  <a:pt x="3180980" y="2227258"/>
                </a:lnTo>
                <a:lnTo>
                  <a:pt x="2564635" y="2227258"/>
                </a:lnTo>
                <a:lnTo>
                  <a:pt x="2556295" y="2147919"/>
                </a:lnTo>
                <a:cubicBezTo>
                  <a:pt x="2531455" y="1984304"/>
                  <a:pt x="2483591" y="1821702"/>
                  <a:pt x="2411315" y="1664578"/>
                </a:cubicBezTo>
                <a:cubicBezTo>
                  <a:pt x="2025870" y="826647"/>
                  <a:pt x="1070294" y="414436"/>
                  <a:pt x="196026" y="708959"/>
                </a:cubicBezTo>
                <a:lnTo>
                  <a:pt x="0" y="127074"/>
                </a:lnTo>
                <a:cubicBezTo>
                  <a:pt x="1201918" y="-277827"/>
                  <a:pt x="2512407" y="314386"/>
                  <a:pt x="3002505" y="1483914"/>
                </a:cubicBezTo>
                <a:cubicBezTo>
                  <a:pt x="3033137" y="1557012"/>
                  <a:pt x="3059914" y="1630814"/>
                  <a:pt x="3082922" y="1705085"/>
                </a:cubicBez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0" name="矩形 3"/>
          <p:cNvSpPr>
            <a:spLocks noChangeArrowheads="1"/>
          </p:cNvSpPr>
          <p:nvPr/>
        </p:nvSpPr>
        <p:spPr bwMode="auto">
          <a:xfrm>
            <a:off x="3847323" y="406444"/>
            <a:ext cx="6309995" cy="551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p>
            <a:pPr algn="l">
              <a:spcBef>
                <a:spcPct val="0"/>
              </a:spcBef>
              <a:buFont typeface="Arial" panose="020B0604020202020204" pitchFamily="34" charset="0"/>
              <a:buNone/>
            </a:pPr>
            <a:r>
              <a:rPr lang="en-US" altLang="zh-CN" sz="30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Arial" panose="020B0604020202020204" pitchFamily="34" charset="0"/>
                <a:sym typeface="字魂58号-创中黑" panose="00000500000000000000" pitchFamily="2" charset="-122"/>
              </a:rPr>
              <a:t>AI</a:t>
            </a:r>
            <a:r>
              <a:rPr lang="zh-CN" altLang="en-US" sz="30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Arial" panose="020B0604020202020204" pitchFamily="34" charset="0"/>
                <a:sym typeface="字魂58号-创中黑" panose="00000500000000000000" pitchFamily="2" charset="-122"/>
              </a:rPr>
              <a:t>伦理下，系统研究者能做些什么？</a:t>
            </a:r>
            <a:endParaRPr lang="zh-CN" altLang="en-US" sz="30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Arial" panose="020B0604020202020204" pitchFamily="34" charset="0"/>
              <a:sym typeface="字魂58号-创中黑" panose="00000500000000000000" pitchFamily="2" charset="-122"/>
            </a:endParaRPr>
          </a:p>
        </p:txBody>
      </p:sp>
      <p:grpSp>
        <p:nvGrpSpPr>
          <p:cNvPr id="31" name="组合 30"/>
          <p:cNvGrpSpPr/>
          <p:nvPr/>
        </p:nvGrpSpPr>
        <p:grpSpPr>
          <a:xfrm>
            <a:off x="3433077" y="461236"/>
            <a:ext cx="263341" cy="395013"/>
            <a:chOff x="5284519" y="1508166"/>
            <a:chExt cx="213756" cy="427512"/>
          </a:xfrm>
        </p:grpSpPr>
        <p:cxnSp>
          <p:nvCxnSpPr>
            <p:cNvPr id="32" name="直接连接符 31"/>
            <p:cNvCxnSpPr/>
            <p:nvPr/>
          </p:nvCxnSpPr>
          <p:spPr>
            <a:xfrm>
              <a:off x="5284519" y="1508166"/>
              <a:ext cx="213756" cy="213756"/>
            </a:xfrm>
            <a:prstGeom prst="line">
              <a:avLst/>
            </a:prstGeom>
            <a:ln w="19050">
              <a:solidFill>
                <a:schemeClr val="tx1">
                  <a:lumMod val="75000"/>
                  <a:lumOff val="25000"/>
                </a:schemeClr>
              </a:solidFill>
              <a:headEnd type="oval" w="med" len="med"/>
              <a:tailEnd type="oval" w="lg" len="lg"/>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5284519" y="1721922"/>
              <a:ext cx="213756" cy="213756"/>
            </a:xfrm>
            <a:prstGeom prst="line">
              <a:avLst/>
            </a:prstGeom>
            <a:ln w="19050">
              <a:solidFill>
                <a:schemeClr val="tx1">
                  <a:lumMod val="75000"/>
                  <a:lumOff val="25000"/>
                </a:schemeClr>
              </a:solidFill>
              <a:headEnd type="oval" w="med" len="med"/>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left)">
                                      <p:cBhvr>
                                        <p:cTn id="11" dur="500"/>
                                        <p:tgtEl>
                                          <p:spTgt spid="30"/>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85"/>
                                        </p:tgtEl>
                                        <p:attrNameLst>
                                          <p:attrName>style.visibility</p:attrName>
                                        </p:attrNameLst>
                                      </p:cBhvr>
                                      <p:to>
                                        <p:strVal val="visible"/>
                                      </p:to>
                                    </p:set>
                                    <p:animEffect transition="in" filter="wipe(down)">
                                      <p:cBhvr>
                                        <p:cTn id="15" dur="350"/>
                                        <p:tgtEl>
                                          <p:spTgt spid="85"/>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84"/>
                                        </p:tgtEl>
                                        <p:attrNameLst>
                                          <p:attrName>style.visibility</p:attrName>
                                        </p:attrNameLst>
                                      </p:cBhvr>
                                      <p:to>
                                        <p:strVal val="visible"/>
                                      </p:to>
                                    </p:set>
                                    <p:animEffect transition="in" filter="wipe(up)">
                                      <p:cBhvr>
                                        <p:cTn id="19" dur="600"/>
                                        <p:tgtEl>
                                          <p:spTgt spid="84"/>
                                        </p:tgtEl>
                                      </p:cBhvr>
                                    </p:animEffect>
                                  </p:childTnLst>
                                </p:cTn>
                              </p:par>
                            </p:childTnLst>
                          </p:cTn>
                        </p:par>
                        <p:par>
                          <p:cTn id="20" fill="hold">
                            <p:stCondLst>
                              <p:cond delay="2500"/>
                            </p:stCondLst>
                            <p:childTnLst>
                              <p:par>
                                <p:cTn id="21" presetID="10" presetClass="entr" presetSubtype="0" fill="hold" nodeType="afterEffect">
                                  <p:stCondLst>
                                    <p:cond delay="0"/>
                                  </p:stCondLst>
                                  <p:childTnLst>
                                    <p:set>
                                      <p:cBhvr>
                                        <p:cTn id="22" dur="1" fill="hold">
                                          <p:stCondLst>
                                            <p:cond delay="0"/>
                                          </p:stCondLst>
                                        </p:cTn>
                                        <p:tgtEl>
                                          <p:spTgt spid="71"/>
                                        </p:tgtEl>
                                        <p:attrNameLst>
                                          <p:attrName>style.visibility</p:attrName>
                                        </p:attrNameLst>
                                      </p:cBhvr>
                                      <p:to>
                                        <p:strVal val="visible"/>
                                      </p:to>
                                    </p:set>
                                    <p:animEffect transition="in" filter="fade">
                                      <p:cBhvr>
                                        <p:cTn id="23" dur="500"/>
                                        <p:tgtEl>
                                          <p:spTgt spid="71"/>
                                        </p:tgtEl>
                                      </p:cBhvr>
                                    </p:animEffect>
                                  </p:childTnLst>
                                </p:cTn>
                              </p:par>
                            </p:childTnLst>
                          </p:cTn>
                        </p:par>
                        <p:par>
                          <p:cTn id="24" fill="hold">
                            <p:stCondLst>
                              <p:cond delay="3000"/>
                            </p:stCondLst>
                            <p:childTnLst>
                              <p:par>
                                <p:cTn id="25" presetID="1" presetClass="entr" presetSubtype="0" fill="hold" grpId="0" nodeType="afterEffect">
                                  <p:stCondLst>
                                    <p:cond delay="0"/>
                                  </p:stCondLst>
                                  <p:childTnLst>
                                    <p:set>
                                      <p:cBhvr>
                                        <p:cTn id="26" dur="1" fill="hold">
                                          <p:stCondLst>
                                            <p:cond delay="0"/>
                                          </p:stCondLst>
                                        </p:cTn>
                                        <p:tgtEl>
                                          <p:spTgt spid="63"/>
                                        </p:tgtEl>
                                        <p:attrNameLst>
                                          <p:attrName>style.visibility</p:attrName>
                                        </p:attrNameLst>
                                      </p:cBhvr>
                                      <p:to>
                                        <p:strVal val="visible"/>
                                      </p:to>
                                    </p:set>
                                  </p:childTnLst>
                                </p:cTn>
                              </p:par>
                              <p:par>
                                <p:cTn id="27" presetID="26" presetClass="emph" presetSubtype="0" fill="hold" grpId="1" nodeType="withEffect">
                                  <p:stCondLst>
                                    <p:cond delay="0"/>
                                  </p:stCondLst>
                                  <p:childTnLst>
                                    <p:animEffect transition="out" filter="fade">
                                      <p:cBhvr>
                                        <p:cTn id="28" dur="500" tmFilter="0, 0; .2, .5; .8, .5; 1, 0"/>
                                        <p:tgtEl>
                                          <p:spTgt spid="63"/>
                                        </p:tgtEl>
                                      </p:cBhvr>
                                    </p:animEffect>
                                    <p:animScale>
                                      <p:cBhvr>
                                        <p:cTn id="29" dur="250" autoRev="1" fill="hold"/>
                                        <p:tgtEl>
                                          <p:spTgt spid="63"/>
                                        </p:tgtEl>
                                      </p:cBhvr>
                                      <p:by x="105000" y="105000"/>
                                    </p:animScale>
                                  </p:childTnLst>
                                </p:cTn>
                              </p:par>
                            </p:childTnLst>
                          </p:cTn>
                        </p:par>
                        <p:par>
                          <p:cTn id="30" fill="hold">
                            <p:stCondLst>
                              <p:cond delay="3000"/>
                            </p:stCondLst>
                            <p:childTnLst>
                              <p:par>
                                <p:cTn id="31" presetID="22" presetClass="entr" presetSubtype="8" fill="hold" grpId="0" nodeType="afterEffect">
                                  <p:stCondLst>
                                    <p:cond delay="0"/>
                                  </p:stCondLst>
                                  <p:childTnLst>
                                    <p:set>
                                      <p:cBhvr>
                                        <p:cTn id="32" dur="1" fill="hold">
                                          <p:stCondLst>
                                            <p:cond delay="0"/>
                                          </p:stCondLst>
                                        </p:cTn>
                                        <p:tgtEl>
                                          <p:spTgt spid="60"/>
                                        </p:tgtEl>
                                        <p:attrNameLst>
                                          <p:attrName>style.visibility</p:attrName>
                                        </p:attrNameLst>
                                      </p:cBhvr>
                                      <p:to>
                                        <p:strVal val="visible"/>
                                      </p:to>
                                    </p:set>
                                    <p:animEffect transition="in" filter="wipe(left)">
                                      <p:cBhvr>
                                        <p:cTn id="33" dur="500"/>
                                        <p:tgtEl>
                                          <p:spTgt spid="60"/>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64"/>
                                        </p:tgtEl>
                                        <p:attrNameLst>
                                          <p:attrName>style.visibility</p:attrName>
                                        </p:attrNameLst>
                                      </p:cBhvr>
                                      <p:to>
                                        <p:strVal val="visible"/>
                                      </p:to>
                                    </p:set>
                                    <p:animEffect transition="in" filter="wipe(left)">
                                      <p:cBhvr>
                                        <p:cTn id="36" dur="500"/>
                                        <p:tgtEl>
                                          <p:spTgt spid="64"/>
                                        </p:tgtEl>
                                      </p:cBhvr>
                                    </p:animEffect>
                                  </p:childTnLst>
                                </p:cTn>
                              </p:par>
                            </p:childTnLst>
                          </p:cTn>
                        </p:par>
                        <p:par>
                          <p:cTn id="37" fill="hold">
                            <p:stCondLst>
                              <p:cond delay="3500"/>
                            </p:stCondLst>
                            <p:childTnLst>
                              <p:par>
                                <p:cTn id="38" presetID="22" presetClass="entr" presetSubtype="1" fill="hold" nodeType="afterEffect">
                                  <p:stCondLst>
                                    <p:cond delay="0"/>
                                  </p:stCondLst>
                                  <p:childTnLst>
                                    <p:set>
                                      <p:cBhvr>
                                        <p:cTn id="39" dur="1" fill="hold">
                                          <p:stCondLst>
                                            <p:cond delay="0"/>
                                          </p:stCondLst>
                                        </p:cTn>
                                        <p:tgtEl>
                                          <p:spTgt spid="69"/>
                                        </p:tgtEl>
                                        <p:attrNameLst>
                                          <p:attrName>style.visibility</p:attrName>
                                        </p:attrNameLst>
                                      </p:cBhvr>
                                      <p:to>
                                        <p:strVal val="visible"/>
                                      </p:to>
                                    </p:set>
                                    <p:animEffect transition="in" filter="wipe(up)">
                                      <p:cBhvr>
                                        <p:cTn id="40" dur="750"/>
                                        <p:tgtEl>
                                          <p:spTgt spid="69"/>
                                        </p:tgtEl>
                                      </p:cBhvr>
                                    </p:animEffect>
                                  </p:childTnLst>
                                </p:cTn>
                              </p:par>
                            </p:childTnLst>
                          </p:cTn>
                        </p:par>
                        <p:par>
                          <p:cTn id="41" fill="hold">
                            <p:stCondLst>
                              <p:cond delay="4500"/>
                            </p:stCondLst>
                            <p:childTnLst>
                              <p:par>
                                <p:cTn id="42" presetID="10" presetClass="entr" presetSubtype="0" fill="hold" nodeType="afterEffect">
                                  <p:stCondLst>
                                    <p:cond delay="0"/>
                                  </p:stCondLst>
                                  <p:childTnLst>
                                    <p:set>
                                      <p:cBhvr>
                                        <p:cTn id="43" dur="1" fill="hold">
                                          <p:stCondLst>
                                            <p:cond delay="0"/>
                                          </p:stCondLst>
                                        </p:cTn>
                                        <p:tgtEl>
                                          <p:spTgt spid="76"/>
                                        </p:tgtEl>
                                        <p:attrNameLst>
                                          <p:attrName>style.visibility</p:attrName>
                                        </p:attrNameLst>
                                      </p:cBhvr>
                                      <p:to>
                                        <p:strVal val="visible"/>
                                      </p:to>
                                    </p:set>
                                    <p:animEffect transition="in" filter="fade">
                                      <p:cBhvr>
                                        <p:cTn id="44" dur="500"/>
                                        <p:tgtEl>
                                          <p:spTgt spid="76"/>
                                        </p:tgtEl>
                                      </p:cBhvr>
                                    </p:animEffect>
                                  </p:childTnLst>
                                </p:cTn>
                              </p:par>
                            </p:childTnLst>
                          </p:cTn>
                        </p:par>
                        <p:par>
                          <p:cTn id="45" fill="hold">
                            <p:stCondLst>
                              <p:cond delay="5000"/>
                            </p:stCondLst>
                            <p:childTnLst>
                              <p:par>
                                <p:cTn id="46" presetID="1" presetClass="entr" presetSubtype="0" fill="hold" grpId="0" nodeType="afterEffect">
                                  <p:stCondLst>
                                    <p:cond delay="0"/>
                                  </p:stCondLst>
                                  <p:childTnLst>
                                    <p:set>
                                      <p:cBhvr>
                                        <p:cTn id="47" dur="1" fill="hold">
                                          <p:stCondLst>
                                            <p:cond delay="0"/>
                                          </p:stCondLst>
                                        </p:cTn>
                                        <p:tgtEl>
                                          <p:spTgt spid="67"/>
                                        </p:tgtEl>
                                        <p:attrNameLst>
                                          <p:attrName>style.visibility</p:attrName>
                                        </p:attrNameLst>
                                      </p:cBhvr>
                                      <p:to>
                                        <p:strVal val="visible"/>
                                      </p:to>
                                    </p:set>
                                  </p:childTnLst>
                                </p:cTn>
                              </p:par>
                              <p:par>
                                <p:cTn id="48" presetID="26" presetClass="emph" presetSubtype="0" fill="hold" grpId="1" nodeType="withEffect">
                                  <p:stCondLst>
                                    <p:cond delay="0"/>
                                  </p:stCondLst>
                                  <p:childTnLst>
                                    <p:animEffect transition="out" filter="fade">
                                      <p:cBhvr>
                                        <p:cTn id="49" dur="500" tmFilter="0, 0; .2, .5; .8, .5; 1, 0"/>
                                        <p:tgtEl>
                                          <p:spTgt spid="67"/>
                                        </p:tgtEl>
                                      </p:cBhvr>
                                    </p:animEffect>
                                    <p:animScale>
                                      <p:cBhvr>
                                        <p:cTn id="50" dur="250" autoRev="1" fill="hold"/>
                                        <p:tgtEl>
                                          <p:spTgt spid="67"/>
                                        </p:tgtEl>
                                      </p:cBhvr>
                                      <p:by x="105000" y="105000"/>
                                    </p:animScale>
                                  </p:childTnLst>
                                </p:cTn>
                              </p:par>
                            </p:childTnLst>
                          </p:cTn>
                        </p:par>
                        <p:par>
                          <p:cTn id="51" fill="hold">
                            <p:stCondLst>
                              <p:cond delay="5000"/>
                            </p:stCondLst>
                            <p:childTnLst>
                              <p:par>
                                <p:cTn id="52" presetID="22" presetClass="entr" presetSubtype="2" fill="hold" grpId="0" nodeType="afterEffect">
                                  <p:stCondLst>
                                    <p:cond delay="0"/>
                                  </p:stCondLst>
                                  <p:childTnLst>
                                    <p:set>
                                      <p:cBhvr>
                                        <p:cTn id="53" dur="1" fill="hold">
                                          <p:stCondLst>
                                            <p:cond delay="0"/>
                                          </p:stCondLst>
                                        </p:cTn>
                                        <p:tgtEl>
                                          <p:spTgt spid="62"/>
                                        </p:tgtEl>
                                        <p:attrNameLst>
                                          <p:attrName>style.visibility</p:attrName>
                                        </p:attrNameLst>
                                      </p:cBhvr>
                                      <p:to>
                                        <p:strVal val="visible"/>
                                      </p:to>
                                    </p:set>
                                    <p:animEffect transition="in" filter="wipe(right)">
                                      <p:cBhvr>
                                        <p:cTn id="54" dur="500"/>
                                        <p:tgtEl>
                                          <p:spTgt spid="62"/>
                                        </p:tgtEl>
                                      </p:cBhvr>
                                    </p:animEffect>
                                  </p:childTnLst>
                                </p:cTn>
                              </p:par>
                            </p:childTnLst>
                          </p:cTn>
                        </p:par>
                        <p:par>
                          <p:cTn id="55" fill="hold">
                            <p:stCondLst>
                              <p:cond delay="5500"/>
                            </p:stCondLst>
                            <p:childTnLst>
                              <p:par>
                                <p:cTn id="56" presetID="22" presetClass="entr" presetSubtype="2" fill="hold" grpId="0" nodeType="afterEffect">
                                  <p:stCondLst>
                                    <p:cond delay="0"/>
                                  </p:stCondLst>
                                  <p:childTnLst>
                                    <p:set>
                                      <p:cBhvr>
                                        <p:cTn id="57" dur="1" fill="hold">
                                          <p:stCondLst>
                                            <p:cond delay="0"/>
                                          </p:stCondLst>
                                        </p:cTn>
                                        <p:tgtEl>
                                          <p:spTgt spid="68"/>
                                        </p:tgtEl>
                                        <p:attrNameLst>
                                          <p:attrName>style.visibility</p:attrName>
                                        </p:attrNameLst>
                                      </p:cBhvr>
                                      <p:to>
                                        <p:strVal val="visible"/>
                                      </p:to>
                                    </p:set>
                                    <p:animEffect transition="in" filter="wipe(right)">
                                      <p:cBhvr>
                                        <p:cTn id="58" dur="500"/>
                                        <p:tgtEl>
                                          <p:spTgt spid="68"/>
                                        </p:tgtEl>
                                      </p:cBhvr>
                                    </p:animEffect>
                                  </p:childTnLst>
                                </p:cTn>
                              </p:par>
                            </p:childTnLst>
                          </p:cTn>
                        </p:par>
                        <p:par>
                          <p:cTn id="59" fill="hold">
                            <p:stCondLst>
                              <p:cond delay="6000"/>
                            </p:stCondLst>
                            <p:childTnLst>
                              <p:par>
                                <p:cTn id="60" presetID="22" presetClass="entr" presetSubtype="8" fill="hold" nodeType="afterEffect">
                                  <p:stCondLst>
                                    <p:cond delay="0"/>
                                  </p:stCondLst>
                                  <p:childTnLst>
                                    <p:set>
                                      <p:cBhvr>
                                        <p:cTn id="61" dur="1" fill="hold">
                                          <p:stCondLst>
                                            <p:cond delay="0"/>
                                          </p:stCondLst>
                                        </p:cTn>
                                        <p:tgtEl>
                                          <p:spTgt spid="70"/>
                                        </p:tgtEl>
                                        <p:attrNameLst>
                                          <p:attrName>style.visibility</p:attrName>
                                        </p:attrNameLst>
                                      </p:cBhvr>
                                      <p:to>
                                        <p:strVal val="visible"/>
                                      </p:to>
                                    </p:set>
                                    <p:animEffect transition="in" filter="wipe(left)">
                                      <p:cBhvr>
                                        <p:cTn id="62" dur="250"/>
                                        <p:tgtEl>
                                          <p:spTgt spid="70"/>
                                        </p:tgtEl>
                                      </p:cBhvr>
                                    </p:animEffect>
                                  </p:childTnLst>
                                </p:cTn>
                              </p:par>
                            </p:childTnLst>
                          </p:cTn>
                        </p:par>
                        <p:par>
                          <p:cTn id="63" fill="hold">
                            <p:stCondLst>
                              <p:cond delay="6500"/>
                            </p:stCondLst>
                            <p:childTnLst>
                              <p:par>
                                <p:cTn id="64" presetID="21" presetClass="entr" presetSubtype="1" fill="hold" nodeType="afterEffect">
                                  <p:stCondLst>
                                    <p:cond delay="0"/>
                                  </p:stCondLst>
                                  <p:childTnLst>
                                    <p:set>
                                      <p:cBhvr>
                                        <p:cTn id="65" dur="1" fill="hold">
                                          <p:stCondLst>
                                            <p:cond delay="0"/>
                                          </p:stCondLst>
                                        </p:cTn>
                                        <p:tgtEl>
                                          <p:spTgt spid="83"/>
                                        </p:tgtEl>
                                        <p:attrNameLst>
                                          <p:attrName>style.visibility</p:attrName>
                                        </p:attrNameLst>
                                      </p:cBhvr>
                                      <p:to>
                                        <p:strVal val="visible"/>
                                      </p:to>
                                    </p:set>
                                    <p:animEffect transition="in" filter="wheel(1)">
                                      <p:cBhvr>
                                        <p:cTn id="66" dur="1000"/>
                                        <p:tgtEl>
                                          <p:spTgt spid="83"/>
                                        </p:tgtEl>
                                      </p:cBhvr>
                                    </p:animEffect>
                                  </p:childTnLst>
                                </p:cTn>
                              </p:par>
                            </p:childTnLst>
                          </p:cTn>
                        </p:par>
                        <p:par>
                          <p:cTn id="67" fill="hold">
                            <p:stCondLst>
                              <p:cond delay="7500"/>
                            </p:stCondLst>
                            <p:childTnLst>
                              <p:par>
                                <p:cTn id="68" presetID="10" presetClass="entr" presetSubtype="0" fill="hold" nodeType="afterEffect">
                                  <p:stCondLst>
                                    <p:cond delay="0"/>
                                  </p:stCondLst>
                                  <p:childTnLst>
                                    <p:set>
                                      <p:cBhvr>
                                        <p:cTn id="69" dur="1" fill="hold">
                                          <p:stCondLst>
                                            <p:cond delay="0"/>
                                          </p:stCondLst>
                                        </p:cTn>
                                        <p:tgtEl>
                                          <p:spTgt spid="80"/>
                                        </p:tgtEl>
                                        <p:attrNameLst>
                                          <p:attrName>style.visibility</p:attrName>
                                        </p:attrNameLst>
                                      </p:cBhvr>
                                      <p:to>
                                        <p:strVal val="visible"/>
                                      </p:to>
                                    </p:set>
                                    <p:animEffect transition="in" filter="fade">
                                      <p:cBhvr>
                                        <p:cTn id="70" dur="500"/>
                                        <p:tgtEl>
                                          <p:spTgt spid="80"/>
                                        </p:tgtEl>
                                      </p:cBhvr>
                                    </p:animEffect>
                                  </p:childTnLst>
                                </p:cTn>
                              </p:par>
                            </p:childTnLst>
                          </p:cTn>
                        </p:par>
                        <p:par>
                          <p:cTn id="71" fill="hold">
                            <p:stCondLst>
                              <p:cond delay="8000"/>
                            </p:stCondLst>
                            <p:childTnLst>
                              <p:par>
                                <p:cTn id="72" presetID="1" presetClass="entr" presetSubtype="0" fill="hold" grpId="0" nodeType="afterEffect">
                                  <p:stCondLst>
                                    <p:cond delay="0"/>
                                  </p:stCondLst>
                                  <p:childTnLst>
                                    <p:set>
                                      <p:cBhvr>
                                        <p:cTn id="73" dur="1" fill="hold">
                                          <p:stCondLst>
                                            <p:cond delay="0"/>
                                          </p:stCondLst>
                                        </p:cTn>
                                        <p:tgtEl>
                                          <p:spTgt spid="65"/>
                                        </p:tgtEl>
                                        <p:attrNameLst>
                                          <p:attrName>style.visibility</p:attrName>
                                        </p:attrNameLst>
                                      </p:cBhvr>
                                      <p:to>
                                        <p:strVal val="visible"/>
                                      </p:to>
                                    </p:set>
                                  </p:childTnLst>
                                </p:cTn>
                              </p:par>
                              <p:par>
                                <p:cTn id="74" presetID="26" presetClass="emph" presetSubtype="0" fill="hold" grpId="1" nodeType="withEffect">
                                  <p:stCondLst>
                                    <p:cond delay="0"/>
                                  </p:stCondLst>
                                  <p:childTnLst>
                                    <p:animEffect transition="out" filter="fade">
                                      <p:cBhvr>
                                        <p:cTn id="75" dur="500" tmFilter="0, 0; .2, .5; .8, .5; 1, 0"/>
                                        <p:tgtEl>
                                          <p:spTgt spid="65"/>
                                        </p:tgtEl>
                                      </p:cBhvr>
                                    </p:animEffect>
                                    <p:animScale>
                                      <p:cBhvr>
                                        <p:cTn id="76" dur="250" autoRev="1" fill="hold"/>
                                        <p:tgtEl>
                                          <p:spTgt spid="65"/>
                                        </p:tgtEl>
                                      </p:cBhvr>
                                      <p:by x="105000" y="105000"/>
                                    </p:animScale>
                                  </p:childTnLst>
                                </p:cTn>
                              </p:par>
                            </p:childTnLst>
                          </p:cTn>
                        </p:par>
                        <p:par>
                          <p:cTn id="77" fill="hold">
                            <p:stCondLst>
                              <p:cond delay="8000"/>
                            </p:stCondLst>
                            <p:childTnLst>
                              <p:par>
                                <p:cTn id="78" presetID="22" presetClass="entr" presetSubtype="8" fill="hold" grpId="0" nodeType="afterEffect">
                                  <p:stCondLst>
                                    <p:cond delay="0"/>
                                  </p:stCondLst>
                                  <p:childTnLst>
                                    <p:set>
                                      <p:cBhvr>
                                        <p:cTn id="79" dur="1" fill="hold">
                                          <p:stCondLst>
                                            <p:cond delay="0"/>
                                          </p:stCondLst>
                                        </p:cTn>
                                        <p:tgtEl>
                                          <p:spTgt spid="61"/>
                                        </p:tgtEl>
                                        <p:attrNameLst>
                                          <p:attrName>style.visibility</p:attrName>
                                        </p:attrNameLst>
                                      </p:cBhvr>
                                      <p:to>
                                        <p:strVal val="visible"/>
                                      </p:to>
                                    </p:set>
                                    <p:animEffect transition="in" filter="wipe(left)">
                                      <p:cBhvr>
                                        <p:cTn id="80" dur="500"/>
                                        <p:tgtEl>
                                          <p:spTgt spid="61"/>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66"/>
                                        </p:tgtEl>
                                        <p:attrNameLst>
                                          <p:attrName>style.visibility</p:attrName>
                                        </p:attrNameLst>
                                      </p:cBhvr>
                                      <p:to>
                                        <p:strVal val="visible"/>
                                      </p:to>
                                    </p:set>
                                    <p:animEffect transition="in" filter="wipe(left)">
                                      <p:cBhvr>
                                        <p:cTn id="83"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p:bldP spid="62" grpId="0"/>
      <p:bldP spid="63" grpId="0" animBg="1"/>
      <p:bldP spid="63" grpId="1" animBg="1"/>
      <p:bldP spid="64" grpId="0"/>
      <p:bldP spid="65" grpId="0" animBg="1"/>
      <p:bldP spid="65" grpId="1" animBg="1"/>
      <p:bldP spid="66" grpId="0"/>
      <p:bldP spid="67" grpId="0" animBg="1"/>
      <p:bldP spid="67" grpId="1" animBg="1"/>
      <p:bldP spid="68" grpId="0"/>
      <p:bldP spid="84" grpId="0" animBg="1"/>
      <p:bldP spid="85" grpId="0" animBg="1"/>
      <p:bldP spid="3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custDataLst>
              <p:tags r:id="rId1"/>
            </p:custDataLst>
          </p:nvPr>
        </p:nvSpPr>
        <p:spPr>
          <a:xfrm>
            <a:off x="5422692" y="2192060"/>
            <a:ext cx="1422436" cy="1414024"/>
          </a:xfrm>
          <a:prstGeom prst="rect">
            <a:avLst/>
          </a:prstGeom>
          <a:blipFill>
            <a:blip r:embed="rId2"/>
            <a:srcRect/>
            <a:stretch>
              <a:fillRect l="-7412" r="-2451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81887" tIns="40943" rIns="81887" bIns="40943" rtlCol="0" anchor="ctr"/>
          <a:lstStyle/>
          <a:p>
            <a:pPr algn="ctr"/>
            <a:endParaRPr lang="zh-CN" altLang="en-US">
              <a:solidFill>
                <a:schemeClr val="tx1"/>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6" name="矩形 15"/>
          <p:cNvSpPr/>
          <p:nvPr>
            <p:custDataLst>
              <p:tags r:id="rId3"/>
            </p:custDataLst>
          </p:nvPr>
        </p:nvSpPr>
        <p:spPr>
          <a:xfrm>
            <a:off x="7038837" y="2192060"/>
            <a:ext cx="1422436" cy="1414024"/>
          </a:xfrm>
          <a:prstGeom prst="rect">
            <a:avLst/>
          </a:prstGeom>
          <a:blipFill>
            <a:blip r:embed="rId4"/>
            <a:srcRect/>
            <a:stretch>
              <a:fillRect l="-8502" r="-850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81887" tIns="40943" rIns="81887" bIns="40943" rtlCol="0" anchor="ctr"/>
          <a:lstStyle/>
          <a:p>
            <a:pPr algn="ctr"/>
            <a:endParaRPr lang="zh-CN" altLang="en-US">
              <a:solidFill>
                <a:schemeClr val="tx1"/>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7" name="矩形 16"/>
          <p:cNvSpPr/>
          <p:nvPr>
            <p:custDataLst>
              <p:tags r:id="rId5"/>
            </p:custDataLst>
          </p:nvPr>
        </p:nvSpPr>
        <p:spPr>
          <a:xfrm>
            <a:off x="5422692" y="3799026"/>
            <a:ext cx="1422436" cy="1414024"/>
          </a:xfrm>
          <a:prstGeom prst="rect">
            <a:avLst/>
          </a:prstGeom>
          <a:blipFill>
            <a:blip r:embed="rId6"/>
            <a:srcRect/>
            <a:stretch>
              <a:fillRect l="-16273" r="-1627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81887" tIns="40943" rIns="81887" bIns="40943" rtlCol="0" anchor="ctr"/>
          <a:lstStyle/>
          <a:p>
            <a:pPr algn="ctr"/>
            <a:endParaRPr lang="zh-CN" altLang="en-US">
              <a:solidFill>
                <a:schemeClr val="tx1"/>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8" name="矩形 17"/>
          <p:cNvSpPr/>
          <p:nvPr>
            <p:custDataLst>
              <p:tags r:id="rId7"/>
            </p:custDataLst>
          </p:nvPr>
        </p:nvSpPr>
        <p:spPr>
          <a:xfrm>
            <a:off x="7038837" y="3799026"/>
            <a:ext cx="1422436" cy="1414024"/>
          </a:xfrm>
          <a:prstGeom prst="rect">
            <a:avLst/>
          </a:prstGeom>
          <a:blipFill>
            <a:blip r:embed="rId8"/>
            <a:srcRect/>
            <a:stretch>
              <a:fillRect t="-1480" b="-148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81887" tIns="40943" rIns="81887" bIns="40943" rtlCol="0" anchor="ctr"/>
          <a:lstStyle/>
          <a:p>
            <a:pPr algn="ctr"/>
            <a:endParaRPr lang="zh-CN" altLang="en-US">
              <a:solidFill>
                <a:schemeClr val="tx1"/>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9" name="圆角矩形 18"/>
          <p:cNvSpPr/>
          <p:nvPr>
            <p:custDataLst>
              <p:tags r:id="rId9"/>
            </p:custDataLst>
          </p:nvPr>
        </p:nvSpPr>
        <p:spPr>
          <a:xfrm>
            <a:off x="6457191" y="3220440"/>
            <a:ext cx="387937" cy="385643"/>
          </a:xfrm>
          <a:prstGeom prst="roundRect">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lIns="81887" tIns="40943" rIns="81887" bIns="40943" rtlCol="0" anchor="ctr"/>
          <a:lstStyle/>
          <a:p>
            <a:pPr algn="ctr"/>
            <a:r>
              <a:rPr lang="en-US" altLang="zh-CN" dirty="0">
                <a:solidFill>
                  <a:schemeClr val="bg1"/>
                </a:solidFill>
                <a:latin typeface="字魂58号-创中黑" panose="00000500000000000000" pitchFamily="2" charset="-122"/>
                <a:ea typeface="字魂58号-创中黑" panose="00000500000000000000" pitchFamily="2" charset="-122"/>
                <a:sym typeface="字魂58号-创中黑" panose="00000500000000000000" pitchFamily="2" charset="-122"/>
              </a:rPr>
              <a:t>1</a:t>
            </a:r>
            <a:endParaRPr lang="zh-CN" altLang="en-US" dirty="0">
              <a:solidFill>
                <a:schemeClr val="bg1"/>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20" name="圆角矩形 19"/>
          <p:cNvSpPr/>
          <p:nvPr>
            <p:custDataLst>
              <p:tags r:id="rId10"/>
            </p:custDataLst>
          </p:nvPr>
        </p:nvSpPr>
        <p:spPr>
          <a:xfrm>
            <a:off x="7038837" y="3220440"/>
            <a:ext cx="387937" cy="385643"/>
          </a:xfrm>
          <a:prstGeom prst="round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lIns="81887" tIns="40943" rIns="81887" bIns="40943" rtlCol="0" anchor="ctr"/>
          <a:lstStyle/>
          <a:p>
            <a:pPr algn="ctr"/>
            <a:r>
              <a:rPr lang="en-US" altLang="zh-CN">
                <a:solidFill>
                  <a:schemeClr val="bg1"/>
                </a:solidFill>
                <a:latin typeface="字魂58号-创中黑" panose="00000500000000000000" pitchFamily="2" charset="-122"/>
                <a:ea typeface="字魂58号-创中黑" panose="00000500000000000000" pitchFamily="2" charset="-122"/>
                <a:sym typeface="字魂58号-创中黑" panose="00000500000000000000" pitchFamily="2" charset="-122"/>
              </a:rPr>
              <a:t>2</a:t>
            </a:r>
            <a:endParaRPr lang="zh-CN" altLang="en-US">
              <a:solidFill>
                <a:schemeClr val="bg1"/>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21" name="圆角矩形 20"/>
          <p:cNvSpPr/>
          <p:nvPr>
            <p:custDataLst>
              <p:tags r:id="rId11"/>
            </p:custDataLst>
          </p:nvPr>
        </p:nvSpPr>
        <p:spPr>
          <a:xfrm>
            <a:off x="6457191" y="3799026"/>
            <a:ext cx="387937" cy="385643"/>
          </a:xfrm>
          <a:prstGeom prst="round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lIns="81887" tIns="40943" rIns="81887" bIns="40943" rtlCol="0" anchor="ctr"/>
          <a:lstStyle/>
          <a:p>
            <a:pPr algn="ctr"/>
            <a:r>
              <a:rPr lang="en-US" altLang="zh-CN">
                <a:solidFill>
                  <a:schemeClr val="bg1"/>
                </a:solidFill>
                <a:latin typeface="字魂58号-创中黑" panose="00000500000000000000" pitchFamily="2" charset="-122"/>
                <a:ea typeface="字魂58号-创中黑" panose="00000500000000000000" pitchFamily="2" charset="-122"/>
                <a:sym typeface="字魂58号-创中黑" panose="00000500000000000000" pitchFamily="2" charset="-122"/>
              </a:rPr>
              <a:t>3</a:t>
            </a:r>
            <a:endParaRPr lang="zh-CN" altLang="en-US">
              <a:solidFill>
                <a:schemeClr val="bg1"/>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22" name="圆角矩形 21"/>
          <p:cNvSpPr/>
          <p:nvPr>
            <p:custDataLst>
              <p:tags r:id="rId12"/>
            </p:custDataLst>
          </p:nvPr>
        </p:nvSpPr>
        <p:spPr>
          <a:xfrm>
            <a:off x="7038837" y="3799026"/>
            <a:ext cx="387937" cy="385643"/>
          </a:xfrm>
          <a:prstGeom prst="roundRect">
            <a:avLst/>
          </a:prstGeom>
          <a:solidFill>
            <a:srgbClr val="005BAA"/>
          </a:solidFill>
          <a:ln>
            <a:noFill/>
          </a:ln>
        </p:spPr>
        <p:style>
          <a:lnRef idx="2">
            <a:schemeClr val="accent1">
              <a:shade val="50000"/>
            </a:schemeClr>
          </a:lnRef>
          <a:fillRef idx="1">
            <a:schemeClr val="accent1"/>
          </a:fillRef>
          <a:effectRef idx="0">
            <a:schemeClr val="accent1"/>
          </a:effectRef>
          <a:fontRef idx="minor">
            <a:schemeClr val="lt1"/>
          </a:fontRef>
        </p:style>
        <p:txBody>
          <a:bodyPr lIns="81887" tIns="40943" rIns="81887" bIns="40943" rtlCol="0" anchor="ctr"/>
          <a:lstStyle/>
          <a:p>
            <a:pPr algn="ctr"/>
            <a:r>
              <a:rPr lang="en-US" altLang="zh-CN">
                <a:solidFill>
                  <a:schemeClr val="bg1"/>
                </a:solidFill>
                <a:latin typeface="字魂58号-创中黑" panose="00000500000000000000" pitchFamily="2" charset="-122"/>
                <a:ea typeface="字魂58号-创中黑" panose="00000500000000000000" pitchFamily="2" charset="-122"/>
                <a:sym typeface="字魂58号-创中黑" panose="00000500000000000000" pitchFamily="2" charset="-122"/>
              </a:rPr>
              <a:t>4</a:t>
            </a:r>
            <a:endParaRPr lang="zh-CN" altLang="en-US">
              <a:solidFill>
                <a:schemeClr val="bg1"/>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23" name="TextBox 22"/>
          <p:cNvSpPr txBox="1"/>
          <p:nvPr>
            <p:custDataLst>
              <p:tags r:id="rId13"/>
            </p:custDataLst>
          </p:nvPr>
        </p:nvSpPr>
        <p:spPr>
          <a:xfrm>
            <a:off x="2254495" y="2499077"/>
            <a:ext cx="3000028" cy="1116815"/>
          </a:xfrm>
          <a:prstGeom prst="rect">
            <a:avLst/>
          </a:prstGeom>
          <a:noFill/>
        </p:spPr>
        <p:txBody>
          <a:bodyPr wrap="square" lIns="81887" tIns="40943" rIns="81887" bIns="40943" rtlCol="0">
            <a:spAutoFit/>
          </a:bodyPr>
          <a:lstStyle/>
          <a:p>
            <a:pPr algn="just">
              <a:lnSpc>
                <a:spcPct val="120000"/>
              </a:lnSpc>
            </a:pPr>
            <a:r>
              <a:rPr lang="zh-CN" altLang="en-US"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您的内容打在这里，或者通过复制您的文本后，在此框中选择粘贴，并选择只保留文字，在此录入上述图表的综合描述说明。</a:t>
            </a:r>
            <a:endParaRPr lang="zh-CN" altLang="en-US" sz="1400" dirty="0">
              <a:solidFill>
                <a:schemeClr val="tx1">
                  <a:lumMod val="75000"/>
                  <a:lumOff val="2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24" name="TextBox 23"/>
          <p:cNvSpPr txBox="1"/>
          <p:nvPr>
            <p:custDataLst>
              <p:tags r:id="rId14"/>
            </p:custDataLst>
          </p:nvPr>
        </p:nvSpPr>
        <p:spPr>
          <a:xfrm>
            <a:off x="3941361" y="2096395"/>
            <a:ext cx="1313162" cy="430879"/>
          </a:xfrm>
          <a:prstGeom prst="rect">
            <a:avLst/>
          </a:prstGeom>
        </p:spPr>
        <p:txBody>
          <a:bodyPr wrap="none" lIns="91431" tIns="45716" rIns="91431" bIns="45716">
            <a:spAutoFit/>
          </a:bodyPr>
          <a:lstStyle>
            <a:defPPr>
              <a:defRPr lang="zh-CN"/>
            </a:defPPr>
            <a:lvl1pPr algn="ctr">
              <a:defRPr sz="2200" b="1">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添加标题</a:t>
            </a:r>
            <a:endPar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25" name="TextBox 24"/>
          <p:cNvSpPr txBox="1"/>
          <p:nvPr>
            <p:custDataLst>
              <p:tags r:id="rId15"/>
            </p:custDataLst>
          </p:nvPr>
        </p:nvSpPr>
        <p:spPr>
          <a:xfrm>
            <a:off x="8619263" y="2499077"/>
            <a:ext cx="3000028" cy="1116815"/>
          </a:xfrm>
          <a:prstGeom prst="rect">
            <a:avLst/>
          </a:prstGeom>
          <a:noFill/>
        </p:spPr>
        <p:txBody>
          <a:bodyPr wrap="square" lIns="81887" tIns="40943" rIns="81887" bIns="40943" rtlCol="0">
            <a:spAutoFit/>
          </a:bodyPr>
          <a:lstStyle>
            <a:defPPr>
              <a:defRPr lang="zh-CN"/>
            </a:defPPr>
            <a:lvl1pPr algn="just">
              <a:lnSpc>
                <a:spcPct val="120000"/>
              </a:lnSpc>
              <a:defRPr sz="1400">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您的内容打在这里，或者通过复制您的文本后，在此框中选择粘贴，并选择只保留文字，在此录入上述图表的综合描述说明。</a:t>
            </a:r>
            <a:endPar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9" name="TextBox 38"/>
          <p:cNvSpPr txBox="1"/>
          <p:nvPr>
            <p:custDataLst>
              <p:tags r:id="rId16"/>
            </p:custDataLst>
          </p:nvPr>
        </p:nvSpPr>
        <p:spPr>
          <a:xfrm>
            <a:off x="8606384" y="2096395"/>
            <a:ext cx="1313162" cy="430879"/>
          </a:xfrm>
          <a:prstGeom prst="rect">
            <a:avLst/>
          </a:prstGeom>
        </p:spPr>
        <p:txBody>
          <a:bodyPr wrap="none" lIns="91431" tIns="45716" rIns="91431" bIns="45716">
            <a:spAutoFit/>
          </a:bodyPr>
          <a:lstStyle>
            <a:defPPr>
              <a:defRPr lang="zh-CN"/>
            </a:defPPr>
            <a:lvl1pPr algn="r">
              <a:defRPr sz="2200" b="1">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l"/>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添加标题</a:t>
            </a:r>
            <a:endPar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0" name="TextBox 39"/>
          <p:cNvSpPr txBox="1"/>
          <p:nvPr>
            <p:custDataLst>
              <p:tags r:id="rId17"/>
            </p:custDataLst>
          </p:nvPr>
        </p:nvSpPr>
        <p:spPr>
          <a:xfrm>
            <a:off x="2254495" y="4220972"/>
            <a:ext cx="3000028" cy="1116815"/>
          </a:xfrm>
          <a:prstGeom prst="rect">
            <a:avLst/>
          </a:prstGeom>
          <a:noFill/>
        </p:spPr>
        <p:txBody>
          <a:bodyPr wrap="square" lIns="81887" tIns="40943" rIns="81887" bIns="40943" rtlCol="0">
            <a:spAutoFit/>
          </a:bodyPr>
          <a:lstStyle>
            <a:defPPr>
              <a:defRPr lang="zh-CN"/>
            </a:defPPr>
            <a:lvl1pPr algn="just">
              <a:lnSpc>
                <a:spcPct val="120000"/>
              </a:lnSpc>
              <a:defRPr sz="1400">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您的内容打在这里，或者通过复制您的文本后，在此框中选择粘贴，并选择只保留文字，在此录入上述图表的综合描述说明。</a:t>
            </a:r>
            <a:endPar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1" name="TextBox 40"/>
          <p:cNvSpPr txBox="1"/>
          <p:nvPr>
            <p:custDataLst>
              <p:tags r:id="rId18"/>
            </p:custDataLst>
          </p:nvPr>
        </p:nvSpPr>
        <p:spPr>
          <a:xfrm>
            <a:off x="3941361" y="3806328"/>
            <a:ext cx="1313162" cy="430879"/>
          </a:xfrm>
          <a:prstGeom prst="rect">
            <a:avLst/>
          </a:prstGeom>
        </p:spPr>
        <p:txBody>
          <a:bodyPr wrap="none" lIns="91431" tIns="45716" rIns="91431" bIns="45716">
            <a:spAutoFit/>
          </a:bodyPr>
          <a:lstStyle>
            <a:defPPr>
              <a:defRPr lang="zh-CN"/>
            </a:defPPr>
            <a:lvl1pPr algn="r">
              <a:defRPr sz="2200" b="1">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添加标题</a:t>
            </a:r>
            <a:endPar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2" name="TextBox 41"/>
          <p:cNvSpPr txBox="1"/>
          <p:nvPr>
            <p:custDataLst>
              <p:tags r:id="rId19"/>
            </p:custDataLst>
          </p:nvPr>
        </p:nvSpPr>
        <p:spPr>
          <a:xfrm>
            <a:off x="8619263" y="4220972"/>
            <a:ext cx="3000028" cy="1116815"/>
          </a:xfrm>
          <a:prstGeom prst="rect">
            <a:avLst/>
          </a:prstGeom>
          <a:noFill/>
        </p:spPr>
        <p:txBody>
          <a:bodyPr wrap="square" lIns="81887" tIns="40943" rIns="81887" bIns="40943" rtlCol="0">
            <a:spAutoFit/>
          </a:bodyPr>
          <a:lstStyle>
            <a:defPPr>
              <a:defRPr lang="zh-CN"/>
            </a:defPPr>
            <a:lvl1pPr algn="just">
              <a:lnSpc>
                <a:spcPct val="120000"/>
              </a:lnSpc>
              <a:defRPr sz="1400">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您的内容打在这里，或者通过复制您的文本后，在此框中选择粘贴，并选择只保留文字，在此录入上述图表的综合描述说明。</a:t>
            </a:r>
            <a:endPar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3" name="TextBox 42"/>
          <p:cNvSpPr txBox="1"/>
          <p:nvPr>
            <p:custDataLst>
              <p:tags r:id="rId20"/>
            </p:custDataLst>
          </p:nvPr>
        </p:nvSpPr>
        <p:spPr>
          <a:xfrm>
            <a:off x="8619263" y="3806328"/>
            <a:ext cx="1313162" cy="430879"/>
          </a:xfrm>
          <a:prstGeom prst="rect">
            <a:avLst/>
          </a:prstGeom>
        </p:spPr>
        <p:txBody>
          <a:bodyPr wrap="none" lIns="91431" tIns="45716" rIns="91431" bIns="45716">
            <a:spAutoFit/>
          </a:bodyPr>
          <a:lstStyle>
            <a:defPPr>
              <a:defRPr lang="zh-CN"/>
            </a:defPPr>
            <a:lvl1pPr>
              <a:defRPr sz="2200" b="1">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添加标题</a:t>
            </a:r>
            <a:endPar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1" name="矩形 3"/>
          <p:cNvSpPr>
            <a:spLocks noChangeArrowheads="1"/>
          </p:cNvSpPr>
          <p:nvPr/>
        </p:nvSpPr>
        <p:spPr bwMode="auto">
          <a:xfrm>
            <a:off x="3832601" y="406444"/>
            <a:ext cx="6309995" cy="551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p>
            <a:pPr>
              <a:spcBef>
                <a:spcPct val="0"/>
              </a:spcBef>
              <a:buFont typeface="Arial" panose="020B0604020202020204" pitchFamily="34" charset="0"/>
              <a:buNone/>
            </a:pPr>
            <a:r>
              <a:rPr lang="en-US" altLang="zh-CN" sz="30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Arial" panose="020B0604020202020204" pitchFamily="34" charset="0"/>
                <a:sym typeface="字魂58号-创中黑" panose="00000500000000000000" pitchFamily="2" charset="-122"/>
              </a:rPr>
              <a:t>AI</a:t>
            </a:r>
            <a:r>
              <a:rPr lang="zh-CN" altLang="en-US" sz="30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Arial" panose="020B0604020202020204" pitchFamily="34" charset="0"/>
                <a:sym typeface="字魂58号-创中黑" panose="00000500000000000000" pitchFamily="2" charset="-122"/>
              </a:rPr>
              <a:t>伦理下，系统研究者能做些什么？</a:t>
            </a:r>
            <a:endParaRPr lang="zh-CN" altLang="en-US" sz="3000" b="1" dirty="0">
              <a:solidFill>
                <a:schemeClr val="tx1">
                  <a:lumMod val="75000"/>
                  <a:lumOff val="25000"/>
                </a:schemeClr>
              </a:solidFill>
              <a:latin typeface="字魂58号-创中黑" panose="00000500000000000000" pitchFamily="2" charset="-122"/>
              <a:ea typeface="字魂58号-创中黑" panose="00000500000000000000" pitchFamily="2" charset="-122"/>
              <a:cs typeface="Arial" panose="020B0604020202020204" pitchFamily="34" charset="0"/>
              <a:sym typeface="字魂58号-创中黑" panose="00000500000000000000" pitchFamily="2" charset="-122"/>
            </a:endParaRPr>
          </a:p>
        </p:txBody>
      </p:sp>
      <p:grpSp>
        <p:nvGrpSpPr>
          <p:cNvPr id="32" name="组合 31"/>
          <p:cNvGrpSpPr/>
          <p:nvPr/>
        </p:nvGrpSpPr>
        <p:grpSpPr>
          <a:xfrm>
            <a:off x="3445025" y="461236"/>
            <a:ext cx="263341" cy="395013"/>
            <a:chOff x="5284519" y="1508166"/>
            <a:chExt cx="213756" cy="427512"/>
          </a:xfrm>
        </p:grpSpPr>
        <p:cxnSp>
          <p:nvCxnSpPr>
            <p:cNvPr id="33" name="直接连接符 32"/>
            <p:cNvCxnSpPr/>
            <p:nvPr/>
          </p:nvCxnSpPr>
          <p:spPr>
            <a:xfrm>
              <a:off x="5284519" y="1508166"/>
              <a:ext cx="213756" cy="213756"/>
            </a:xfrm>
            <a:prstGeom prst="line">
              <a:avLst/>
            </a:prstGeom>
            <a:ln w="19050">
              <a:solidFill>
                <a:schemeClr val="tx1">
                  <a:lumMod val="75000"/>
                  <a:lumOff val="25000"/>
                </a:schemeClr>
              </a:solidFill>
              <a:headEnd type="oval" w="med" len="med"/>
              <a:tailEnd type="oval" w="lg" len="lg"/>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5284519" y="1721922"/>
              <a:ext cx="213756" cy="213756"/>
            </a:xfrm>
            <a:prstGeom prst="line">
              <a:avLst/>
            </a:prstGeom>
            <a:ln w="19050">
              <a:solidFill>
                <a:schemeClr val="tx1">
                  <a:lumMod val="75000"/>
                  <a:lumOff val="25000"/>
                </a:schemeClr>
              </a:solidFill>
              <a:headEnd type="oval" w="med" len="med"/>
              <a:tailEnd type="oval" w="lg" len="lg"/>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21"/>
          <a:stretch>
            <a:fillRect/>
          </a:stretch>
        </p:blipFill>
        <p:spPr>
          <a:xfrm>
            <a:off x="595630" y="0"/>
            <a:ext cx="1100010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left)">
                                      <p:cBhvr>
                                        <p:cTn id="11" dur="500"/>
                                        <p:tgtEl>
                                          <p:spTgt spid="31"/>
                                        </p:tgtEl>
                                      </p:cBhvr>
                                    </p:animEffect>
                                  </p:childTnLst>
                                </p:cTn>
                              </p:par>
                            </p:childTnLst>
                          </p:cTn>
                        </p:par>
                        <p:par>
                          <p:cTn id="12" fill="hold">
                            <p:stCondLst>
                              <p:cond delay="1000"/>
                            </p:stCondLst>
                            <p:childTnLst>
                              <p:par>
                                <p:cTn id="13" presetID="49" presetClass="entr" presetSubtype="0" decel="10000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p:cTn id="15" dur="500" fill="hold"/>
                                        <p:tgtEl>
                                          <p:spTgt spid="15"/>
                                        </p:tgtEl>
                                        <p:attrNameLst>
                                          <p:attrName>ppt_w</p:attrName>
                                        </p:attrNameLst>
                                      </p:cBhvr>
                                      <p:tavLst>
                                        <p:tav tm="0">
                                          <p:val>
                                            <p:fltVal val="0"/>
                                          </p:val>
                                        </p:tav>
                                        <p:tav tm="100000">
                                          <p:val>
                                            <p:strVal val="#ppt_w"/>
                                          </p:val>
                                        </p:tav>
                                      </p:tavLst>
                                    </p:anim>
                                    <p:anim calcmode="lin" valueType="num">
                                      <p:cBhvr>
                                        <p:cTn id="16" dur="500" fill="hold"/>
                                        <p:tgtEl>
                                          <p:spTgt spid="15"/>
                                        </p:tgtEl>
                                        <p:attrNameLst>
                                          <p:attrName>ppt_h</p:attrName>
                                        </p:attrNameLst>
                                      </p:cBhvr>
                                      <p:tavLst>
                                        <p:tav tm="0">
                                          <p:val>
                                            <p:fltVal val="0"/>
                                          </p:val>
                                        </p:tav>
                                        <p:tav tm="100000">
                                          <p:val>
                                            <p:strVal val="#ppt_h"/>
                                          </p:val>
                                        </p:tav>
                                      </p:tavLst>
                                    </p:anim>
                                    <p:anim calcmode="lin" valueType="num">
                                      <p:cBhvr>
                                        <p:cTn id="17" dur="500" fill="hold"/>
                                        <p:tgtEl>
                                          <p:spTgt spid="15"/>
                                        </p:tgtEl>
                                        <p:attrNameLst>
                                          <p:attrName>style.rotation</p:attrName>
                                        </p:attrNameLst>
                                      </p:cBhvr>
                                      <p:tavLst>
                                        <p:tav tm="0">
                                          <p:val>
                                            <p:fltVal val="360"/>
                                          </p:val>
                                        </p:tav>
                                        <p:tav tm="100000">
                                          <p:val>
                                            <p:fltVal val="0"/>
                                          </p:val>
                                        </p:tav>
                                      </p:tavLst>
                                    </p:anim>
                                    <p:animEffect transition="in" filter="fade">
                                      <p:cBhvr>
                                        <p:cTn id="18" dur="500"/>
                                        <p:tgtEl>
                                          <p:spTgt spid="15"/>
                                        </p:tgtEl>
                                      </p:cBhvr>
                                    </p:animEffect>
                                  </p:childTnLst>
                                </p:cTn>
                              </p:par>
                              <p:par>
                                <p:cTn id="19" presetID="49" presetClass="entr" presetSubtype="0" decel="100000" fill="hold" grpId="0" nodeType="withEffect">
                                  <p:stCondLst>
                                    <p:cond delay="20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ppt_w</p:attrName>
                                        </p:attrNameLst>
                                      </p:cBhvr>
                                      <p:tavLst>
                                        <p:tav tm="0">
                                          <p:val>
                                            <p:fltVal val="0"/>
                                          </p:val>
                                        </p:tav>
                                        <p:tav tm="100000">
                                          <p:val>
                                            <p:strVal val="#ppt_w"/>
                                          </p:val>
                                        </p:tav>
                                      </p:tavLst>
                                    </p:anim>
                                    <p:anim calcmode="lin" valueType="num">
                                      <p:cBhvr>
                                        <p:cTn id="22" dur="500" fill="hold"/>
                                        <p:tgtEl>
                                          <p:spTgt spid="16"/>
                                        </p:tgtEl>
                                        <p:attrNameLst>
                                          <p:attrName>ppt_h</p:attrName>
                                        </p:attrNameLst>
                                      </p:cBhvr>
                                      <p:tavLst>
                                        <p:tav tm="0">
                                          <p:val>
                                            <p:fltVal val="0"/>
                                          </p:val>
                                        </p:tav>
                                        <p:tav tm="100000">
                                          <p:val>
                                            <p:strVal val="#ppt_h"/>
                                          </p:val>
                                        </p:tav>
                                      </p:tavLst>
                                    </p:anim>
                                    <p:anim calcmode="lin" valueType="num">
                                      <p:cBhvr>
                                        <p:cTn id="23" dur="500" fill="hold"/>
                                        <p:tgtEl>
                                          <p:spTgt spid="16"/>
                                        </p:tgtEl>
                                        <p:attrNameLst>
                                          <p:attrName>style.rotation</p:attrName>
                                        </p:attrNameLst>
                                      </p:cBhvr>
                                      <p:tavLst>
                                        <p:tav tm="0">
                                          <p:val>
                                            <p:fltVal val="360"/>
                                          </p:val>
                                        </p:tav>
                                        <p:tav tm="100000">
                                          <p:val>
                                            <p:fltVal val="0"/>
                                          </p:val>
                                        </p:tav>
                                      </p:tavLst>
                                    </p:anim>
                                    <p:animEffect transition="in" filter="fade">
                                      <p:cBhvr>
                                        <p:cTn id="24" dur="500"/>
                                        <p:tgtEl>
                                          <p:spTgt spid="16"/>
                                        </p:tgtEl>
                                      </p:cBhvr>
                                    </p:animEffect>
                                  </p:childTnLst>
                                </p:cTn>
                              </p:par>
                              <p:par>
                                <p:cTn id="25" presetID="49" presetClass="entr" presetSubtype="0" decel="100000" fill="hold" grpId="0" nodeType="withEffect">
                                  <p:stCondLst>
                                    <p:cond delay="400"/>
                                  </p:stCondLst>
                                  <p:childTnLst>
                                    <p:set>
                                      <p:cBhvr>
                                        <p:cTn id="26" dur="1" fill="hold">
                                          <p:stCondLst>
                                            <p:cond delay="0"/>
                                          </p:stCondLst>
                                        </p:cTn>
                                        <p:tgtEl>
                                          <p:spTgt spid="17"/>
                                        </p:tgtEl>
                                        <p:attrNameLst>
                                          <p:attrName>style.visibility</p:attrName>
                                        </p:attrNameLst>
                                      </p:cBhvr>
                                      <p:to>
                                        <p:strVal val="visible"/>
                                      </p:to>
                                    </p:set>
                                    <p:anim calcmode="lin" valueType="num">
                                      <p:cBhvr>
                                        <p:cTn id="27" dur="500" fill="hold"/>
                                        <p:tgtEl>
                                          <p:spTgt spid="17"/>
                                        </p:tgtEl>
                                        <p:attrNameLst>
                                          <p:attrName>ppt_w</p:attrName>
                                        </p:attrNameLst>
                                      </p:cBhvr>
                                      <p:tavLst>
                                        <p:tav tm="0">
                                          <p:val>
                                            <p:fltVal val="0"/>
                                          </p:val>
                                        </p:tav>
                                        <p:tav tm="100000">
                                          <p:val>
                                            <p:strVal val="#ppt_w"/>
                                          </p:val>
                                        </p:tav>
                                      </p:tavLst>
                                    </p:anim>
                                    <p:anim calcmode="lin" valueType="num">
                                      <p:cBhvr>
                                        <p:cTn id="28" dur="500" fill="hold"/>
                                        <p:tgtEl>
                                          <p:spTgt spid="17"/>
                                        </p:tgtEl>
                                        <p:attrNameLst>
                                          <p:attrName>ppt_h</p:attrName>
                                        </p:attrNameLst>
                                      </p:cBhvr>
                                      <p:tavLst>
                                        <p:tav tm="0">
                                          <p:val>
                                            <p:fltVal val="0"/>
                                          </p:val>
                                        </p:tav>
                                        <p:tav tm="100000">
                                          <p:val>
                                            <p:strVal val="#ppt_h"/>
                                          </p:val>
                                        </p:tav>
                                      </p:tavLst>
                                    </p:anim>
                                    <p:anim calcmode="lin" valueType="num">
                                      <p:cBhvr>
                                        <p:cTn id="29" dur="500" fill="hold"/>
                                        <p:tgtEl>
                                          <p:spTgt spid="17"/>
                                        </p:tgtEl>
                                        <p:attrNameLst>
                                          <p:attrName>style.rotation</p:attrName>
                                        </p:attrNameLst>
                                      </p:cBhvr>
                                      <p:tavLst>
                                        <p:tav tm="0">
                                          <p:val>
                                            <p:fltVal val="360"/>
                                          </p:val>
                                        </p:tav>
                                        <p:tav tm="100000">
                                          <p:val>
                                            <p:fltVal val="0"/>
                                          </p:val>
                                        </p:tav>
                                      </p:tavLst>
                                    </p:anim>
                                    <p:animEffect transition="in" filter="fade">
                                      <p:cBhvr>
                                        <p:cTn id="30" dur="500"/>
                                        <p:tgtEl>
                                          <p:spTgt spid="17"/>
                                        </p:tgtEl>
                                      </p:cBhvr>
                                    </p:animEffect>
                                  </p:childTnLst>
                                </p:cTn>
                              </p:par>
                              <p:par>
                                <p:cTn id="31" presetID="49" presetClass="entr" presetSubtype="0" decel="100000" fill="hold" grpId="0" nodeType="withEffect">
                                  <p:stCondLst>
                                    <p:cond delay="600"/>
                                  </p:stCondLst>
                                  <p:childTnLst>
                                    <p:set>
                                      <p:cBhvr>
                                        <p:cTn id="32" dur="1" fill="hold">
                                          <p:stCondLst>
                                            <p:cond delay="0"/>
                                          </p:stCondLst>
                                        </p:cTn>
                                        <p:tgtEl>
                                          <p:spTgt spid="18"/>
                                        </p:tgtEl>
                                        <p:attrNameLst>
                                          <p:attrName>style.visibility</p:attrName>
                                        </p:attrNameLst>
                                      </p:cBhvr>
                                      <p:to>
                                        <p:strVal val="visible"/>
                                      </p:to>
                                    </p:set>
                                    <p:anim calcmode="lin" valueType="num">
                                      <p:cBhvr>
                                        <p:cTn id="33" dur="500" fill="hold"/>
                                        <p:tgtEl>
                                          <p:spTgt spid="18"/>
                                        </p:tgtEl>
                                        <p:attrNameLst>
                                          <p:attrName>ppt_w</p:attrName>
                                        </p:attrNameLst>
                                      </p:cBhvr>
                                      <p:tavLst>
                                        <p:tav tm="0">
                                          <p:val>
                                            <p:fltVal val="0"/>
                                          </p:val>
                                        </p:tav>
                                        <p:tav tm="100000">
                                          <p:val>
                                            <p:strVal val="#ppt_w"/>
                                          </p:val>
                                        </p:tav>
                                      </p:tavLst>
                                    </p:anim>
                                    <p:anim calcmode="lin" valueType="num">
                                      <p:cBhvr>
                                        <p:cTn id="34" dur="500" fill="hold"/>
                                        <p:tgtEl>
                                          <p:spTgt spid="18"/>
                                        </p:tgtEl>
                                        <p:attrNameLst>
                                          <p:attrName>ppt_h</p:attrName>
                                        </p:attrNameLst>
                                      </p:cBhvr>
                                      <p:tavLst>
                                        <p:tav tm="0">
                                          <p:val>
                                            <p:fltVal val="0"/>
                                          </p:val>
                                        </p:tav>
                                        <p:tav tm="100000">
                                          <p:val>
                                            <p:strVal val="#ppt_h"/>
                                          </p:val>
                                        </p:tav>
                                      </p:tavLst>
                                    </p:anim>
                                    <p:anim calcmode="lin" valueType="num">
                                      <p:cBhvr>
                                        <p:cTn id="35" dur="500" fill="hold"/>
                                        <p:tgtEl>
                                          <p:spTgt spid="18"/>
                                        </p:tgtEl>
                                        <p:attrNameLst>
                                          <p:attrName>style.rotation</p:attrName>
                                        </p:attrNameLst>
                                      </p:cBhvr>
                                      <p:tavLst>
                                        <p:tav tm="0">
                                          <p:val>
                                            <p:fltVal val="360"/>
                                          </p:val>
                                        </p:tav>
                                        <p:tav tm="100000">
                                          <p:val>
                                            <p:fltVal val="0"/>
                                          </p:val>
                                        </p:tav>
                                      </p:tavLst>
                                    </p:anim>
                                    <p:animEffect transition="in" filter="fade">
                                      <p:cBhvr>
                                        <p:cTn id="36" dur="500"/>
                                        <p:tgtEl>
                                          <p:spTgt spid="18"/>
                                        </p:tgtEl>
                                      </p:cBhvr>
                                    </p:animEffect>
                                  </p:childTnLst>
                                </p:cTn>
                              </p:par>
                            </p:childTnLst>
                          </p:cTn>
                        </p:par>
                        <p:par>
                          <p:cTn id="37" fill="hold">
                            <p:stCondLst>
                              <p:cond delay="1500"/>
                            </p:stCondLst>
                            <p:childTnLst>
                              <p:par>
                                <p:cTn id="38" presetID="23" presetClass="entr" presetSubtype="528" fill="hold" grpId="0" nodeType="after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p:cTn id="40" dur="500" fill="hold"/>
                                        <p:tgtEl>
                                          <p:spTgt spid="19"/>
                                        </p:tgtEl>
                                        <p:attrNameLst>
                                          <p:attrName>ppt_w</p:attrName>
                                        </p:attrNameLst>
                                      </p:cBhvr>
                                      <p:tavLst>
                                        <p:tav tm="0">
                                          <p:val>
                                            <p:fltVal val="0"/>
                                          </p:val>
                                        </p:tav>
                                        <p:tav tm="100000">
                                          <p:val>
                                            <p:strVal val="#ppt_w"/>
                                          </p:val>
                                        </p:tav>
                                      </p:tavLst>
                                    </p:anim>
                                    <p:anim calcmode="lin" valueType="num">
                                      <p:cBhvr>
                                        <p:cTn id="41" dur="500" fill="hold"/>
                                        <p:tgtEl>
                                          <p:spTgt spid="19"/>
                                        </p:tgtEl>
                                        <p:attrNameLst>
                                          <p:attrName>ppt_h</p:attrName>
                                        </p:attrNameLst>
                                      </p:cBhvr>
                                      <p:tavLst>
                                        <p:tav tm="0">
                                          <p:val>
                                            <p:fltVal val="0"/>
                                          </p:val>
                                        </p:tav>
                                        <p:tav tm="100000">
                                          <p:val>
                                            <p:strVal val="#ppt_h"/>
                                          </p:val>
                                        </p:tav>
                                      </p:tavLst>
                                    </p:anim>
                                    <p:anim calcmode="lin" valueType="num">
                                      <p:cBhvr>
                                        <p:cTn id="42" dur="500" fill="hold"/>
                                        <p:tgtEl>
                                          <p:spTgt spid="19"/>
                                        </p:tgtEl>
                                        <p:attrNameLst>
                                          <p:attrName>ppt_x</p:attrName>
                                        </p:attrNameLst>
                                      </p:cBhvr>
                                      <p:tavLst>
                                        <p:tav tm="0">
                                          <p:val>
                                            <p:fltVal val="0.5"/>
                                          </p:val>
                                        </p:tav>
                                        <p:tav tm="100000">
                                          <p:val>
                                            <p:strVal val="#ppt_x"/>
                                          </p:val>
                                        </p:tav>
                                      </p:tavLst>
                                    </p:anim>
                                    <p:anim calcmode="lin" valueType="num">
                                      <p:cBhvr>
                                        <p:cTn id="43" dur="500" fill="hold"/>
                                        <p:tgtEl>
                                          <p:spTgt spid="19"/>
                                        </p:tgtEl>
                                        <p:attrNameLst>
                                          <p:attrName>ppt_y</p:attrName>
                                        </p:attrNameLst>
                                      </p:cBhvr>
                                      <p:tavLst>
                                        <p:tav tm="0">
                                          <p:val>
                                            <p:fltVal val="0.5"/>
                                          </p:val>
                                        </p:tav>
                                        <p:tav tm="100000">
                                          <p:val>
                                            <p:strVal val="#ppt_y"/>
                                          </p:val>
                                        </p:tav>
                                      </p:tavLst>
                                    </p:anim>
                                  </p:childTnLst>
                                </p:cTn>
                              </p:par>
                              <p:par>
                                <p:cTn id="44" presetID="23" presetClass="entr" presetSubtype="528"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 calcmode="lin" valueType="num">
                                      <p:cBhvr>
                                        <p:cTn id="46" dur="500" fill="hold"/>
                                        <p:tgtEl>
                                          <p:spTgt spid="20"/>
                                        </p:tgtEl>
                                        <p:attrNameLst>
                                          <p:attrName>ppt_w</p:attrName>
                                        </p:attrNameLst>
                                      </p:cBhvr>
                                      <p:tavLst>
                                        <p:tav tm="0">
                                          <p:val>
                                            <p:fltVal val="0"/>
                                          </p:val>
                                        </p:tav>
                                        <p:tav tm="100000">
                                          <p:val>
                                            <p:strVal val="#ppt_w"/>
                                          </p:val>
                                        </p:tav>
                                      </p:tavLst>
                                    </p:anim>
                                    <p:anim calcmode="lin" valueType="num">
                                      <p:cBhvr>
                                        <p:cTn id="47" dur="500" fill="hold"/>
                                        <p:tgtEl>
                                          <p:spTgt spid="20"/>
                                        </p:tgtEl>
                                        <p:attrNameLst>
                                          <p:attrName>ppt_h</p:attrName>
                                        </p:attrNameLst>
                                      </p:cBhvr>
                                      <p:tavLst>
                                        <p:tav tm="0">
                                          <p:val>
                                            <p:fltVal val="0"/>
                                          </p:val>
                                        </p:tav>
                                        <p:tav tm="100000">
                                          <p:val>
                                            <p:strVal val="#ppt_h"/>
                                          </p:val>
                                        </p:tav>
                                      </p:tavLst>
                                    </p:anim>
                                    <p:anim calcmode="lin" valueType="num">
                                      <p:cBhvr>
                                        <p:cTn id="48" dur="500" fill="hold"/>
                                        <p:tgtEl>
                                          <p:spTgt spid="20"/>
                                        </p:tgtEl>
                                        <p:attrNameLst>
                                          <p:attrName>ppt_x</p:attrName>
                                        </p:attrNameLst>
                                      </p:cBhvr>
                                      <p:tavLst>
                                        <p:tav tm="0">
                                          <p:val>
                                            <p:fltVal val="0.5"/>
                                          </p:val>
                                        </p:tav>
                                        <p:tav tm="100000">
                                          <p:val>
                                            <p:strVal val="#ppt_x"/>
                                          </p:val>
                                        </p:tav>
                                      </p:tavLst>
                                    </p:anim>
                                    <p:anim calcmode="lin" valueType="num">
                                      <p:cBhvr>
                                        <p:cTn id="49" dur="500" fill="hold"/>
                                        <p:tgtEl>
                                          <p:spTgt spid="20"/>
                                        </p:tgtEl>
                                        <p:attrNameLst>
                                          <p:attrName>ppt_y</p:attrName>
                                        </p:attrNameLst>
                                      </p:cBhvr>
                                      <p:tavLst>
                                        <p:tav tm="0">
                                          <p:val>
                                            <p:fltVal val="0.5"/>
                                          </p:val>
                                        </p:tav>
                                        <p:tav tm="100000">
                                          <p:val>
                                            <p:strVal val="#ppt_y"/>
                                          </p:val>
                                        </p:tav>
                                      </p:tavLst>
                                    </p:anim>
                                  </p:childTnLst>
                                </p:cTn>
                              </p:par>
                              <p:par>
                                <p:cTn id="50" presetID="23" presetClass="entr" presetSubtype="528"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 calcmode="lin" valueType="num">
                                      <p:cBhvr>
                                        <p:cTn id="52" dur="500" fill="hold"/>
                                        <p:tgtEl>
                                          <p:spTgt spid="21"/>
                                        </p:tgtEl>
                                        <p:attrNameLst>
                                          <p:attrName>ppt_w</p:attrName>
                                        </p:attrNameLst>
                                      </p:cBhvr>
                                      <p:tavLst>
                                        <p:tav tm="0">
                                          <p:val>
                                            <p:fltVal val="0"/>
                                          </p:val>
                                        </p:tav>
                                        <p:tav tm="100000">
                                          <p:val>
                                            <p:strVal val="#ppt_w"/>
                                          </p:val>
                                        </p:tav>
                                      </p:tavLst>
                                    </p:anim>
                                    <p:anim calcmode="lin" valueType="num">
                                      <p:cBhvr>
                                        <p:cTn id="53" dur="500" fill="hold"/>
                                        <p:tgtEl>
                                          <p:spTgt spid="21"/>
                                        </p:tgtEl>
                                        <p:attrNameLst>
                                          <p:attrName>ppt_h</p:attrName>
                                        </p:attrNameLst>
                                      </p:cBhvr>
                                      <p:tavLst>
                                        <p:tav tm="0">
                                          <p:val>
                                            <p:fltVal val="0"/>
                                          </p:val>
                                        </p:tav>
                                        <p:tav tm="100000">
                                          <p:val>
                                            <p:strVal val="#ppt_h"/>
                                          </p:val>
                                        </p:tav>
                                      </p:tavLst>
                                    </p:anim>
                                    <p:anim calcmode="lin" valueType="num">
                                      <p:cBhvr>
                                        <p:cTn id="54" dur="500" fill="hold"/>
                                        <p:tgtEl>
                                          <p:spTgt spid="21"/>
                                        </p:tgtEl>
                                        <p:attrNameLst>
                                          <p:attrName>ppt_x</p:attrName>
                                        </p:attrNameLst>
                                      </p:cBhvr>
                                      <p:tavLst>
                                        <p:tav tm="0">
                                          <p:val>
                                            <p:fltVal val="0.5"/>
                                          </p:val>
                                        </p:tav>
                                        <p:tav tm="100000">
                                          <p:val>
                                            <p:strVal val="#ppt_x"/>
                                          </p:val>
                                        </p:tav>
                                      </p:tavLst>
                                    </p:anim>
                                    <p:anim calcmode="lin" valueType="num">
                                      <p:cBhvr>
                                        <p:cTn id="55" dur="500" fill="hold"/>
                                        <p:tgtEl>
                                          <p:spTgt spid="21"/>
                                        </p:tgtEl>
                                        <p:attrNameLst>
                                          <p:attrName>ppt_y</p:attrName>
                                        </p:attrNameLst>
                                      </p:cBhvr>
                                      <p:tavLst>
                                        <p:tav tm="0">
                                          <p:val>
                                            <p:fltVal val="0.5"/>
                                          </p:val>
                                        </p:tav>
                                        <p:tav tm="100000">
                                          <p:val>
                                            <p:strVal val="#ppt_y"/>
                                          </p:val>
                                        </p:tav>
                                      </p:tavLst>
                                    </p:anim>
                                  </p:childTnLst>
                                </p:cTn>
                              </p:par>
                              <p:par>
                                <p:cTn id="56" presetID="23" presetClass="entr" presetSubtype="52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 calcmode="lin" valueType="num">
                                      <p:cBhvr>
                                        <p:cTn id="58" dur="500" fill="hold"/>
                                        <p:tgtEl>
                                          <p:spTgt spid="22"/>
                                        </p:tgtEl>
                                        <p:attrNameLst>
                                          <p:attrName>ppt_w</p:attrName>
                                        </p:attrNameLst>
                                      </p:cBhvr>
                                      <p:tavLst>
                                        <p:tav tm="0">
                                          <p:val>
                                            <p:fltVal val="0"/>
                                          </p:val>
                                        </p:tav>
                                        <p:tav tm="100000">
                                          <p:val>
                                            <p:strVal val="#ppt_w"/>
                                          </p:val>
                                        </p:tav>
                                      </p:tavLst>
                                    </p:anim>
                                    <p:anim calcmode="lin" valueType="num">
                                      <p:cBhvr>
                                        <p:cTn id="59" dur="500" fill="hold"/>
                                        <p:tgtEl>
                                          <p:spTgt spid="22"/>
                                        </p:tgtEl>
                                        <p:attrNameLst>
                                          <p:attrName>ppt_h</p:attrName>
                                        </p:attrNameLst>
                                      </p:cBhvr>
                                      <p:tavLst>
                                        <p:tav tm="0">
                                          <p:val>
                                            <p:fltVal val="0"/>
                                          </p:val>
                                        </p:tav>
                                        <p:tav tm="100000">
                                          <p:val>
                                            <p:strVal val="#ppt_h"/>
                                          </p:val>
                                        </p:tav>
                                      </p:tavLst>
                                    </p:anim>
                                    <p:anim calcmode="lin" valueType="num">
                                      <p:cBhvr>
                                        <p:cTn id="60" dur="500" fill="hold"/>
                                        <p:tgtEl>
                                          <p:spTgt spid="22"/>
                                        </p:tgtEl>
                                        <p:attrNameLst>
                                          <p:attrName>ppt_x</p:attrName>
                                        </p:attrNameLst>
                                      </p:cBhvr>
                                      <p:tavLst>
                                        <p:tav tm="0">
                                          <p:val>
                                            <p:fltVal val="0.5"/>
                                          </p:val>
                                        </p:tav>
                                        <p:tav tm="100000">
                                          <p:val>
                                            <p:strVal val="#ppt_x"/>
                                          </p:val>
                                        </p:tav>
                                      </p:tavLst>
                                    </p:anim>
                                    <p:anim calcmode="lin" valueType="num">
                                      <p:cBhvr>
                                        <p:cTn id="61" dur="500" fill="hold"/>
                                        <p:tgtEl>
                                          <p:spTgt spid="22"/>
                                        </p:tgtEl>
                                        <p:attrNameLst>
                                          <p:attrName>ppt_y</p:attrName>
                                        </p:attrNameLst>
                                      </p:cBhvr>
                                      <p:tavLst>
                                        <p:tav tm="0">
                                          <p:val>
                                            <p:fltVal val="0.5"/>
                                          </p:val>
                                        </p:tav>
                                        <p:tav tm="100000">
                                          <p:val>
                                            <p:strVal val="#ppt_y"/>
                                          </p:val>
                                        </p:tav>
                                      </p:tavLst>
                                    </p:anim>
                                  </p:childTnLst>
                                </p:cTn>
                              </p:par>
                            </p:childTnLst>
                          </p:cTn>
                        </p:par>
                        <p:par>
                          <p:cTn id="62" fill="hold">
                            <p:stCondLst>
                              <p:cond delay="2000"/>
                            </p:stCondLst>
                            <p:childTnLst>
                              <p:par>
                                <p:cTn id="63" presetID="12" presetClass="entr" presetSubtype="2" fill="hold" grpId="0" nodeType="afterEffect">
                                  <p:stCondLst>
                                    <p:cond delay="0"/>
                                  </p:stCondLst>
                                  <p:childTnLst>
                                    <p:set>
                                      <p:cBhvr>
                                        <p:cTn id="64" dur="1" fill="hold">
                                          <p:stCondLst>
                                            <p:cond delay="0"/>
                                          </p:stCondLst>
                                        </p:cTn>
                                        <p:tgtEl>
                                          <p:spTgt spid="24"/>
                                        </p:tgtEl>
                                        <p:attrNameLst>
                                          <p:attrName>style.visibility</p:attrName>
                                        </p:attrNameLst>
                                      </p:cBhvr>
                                      <p:to>
                                        <p:strVal val="visible"/>
                                      </p:to>
                                    </p:set>
                                    <p:anim calcmode="lin" valueType="num">
                                      <p:cBhvr additive="base">
                                        <p:cTn id="65" dur="500"/>
                                        <p:tgtEl>
                                          <p:spTgt spid="24"/>
                                        </p:tgtEl>
                                        <p:attrNameLst>
                                          <p:attrName>ppt_x</p:attrName>
                                        </p:attrNameLst>
                                      </p:cBhvr>
                                      <p:tavLst>
                                        <p:tav tm="0">
                                          <p:val>
                                            <p:strVal val="#ppt_x+#ppt_w*1.125000"/>
                                          </p:val>
                                        </p:tav>
                                        <p:tav tm="100000">
                                          <p:val>
                                            <p:strVal val="#ppt_x"/>
                                          </p:val>
                                        </p:tav>
                                      </p:tavLst>
                                    </p:anim>
                                    <p:animEffect transition="in" filter="wipe(left)">
                                      <p:cBhvr>
                                        <p:cTn id="66" dur="500"/>
                                        <p:tgtEl>
                                          <p:spTgt spid="24"/>
                                        </p:tgtEl>
                                      </p:cBhvr>
                                    </p:animEffect>
                                  </p:childTnLst>
                                </p:cTn>
                              </p:par>
                              <p:par>
                                <p:cTn id="67" presetID="12" presetClass="entr" presetSubtype="2"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 calcmode="lin" valueType="num">
                                      <p:cBhvr additive="base">
                                        <p:cTn id="69" dur="500"/>
                                        <p:tgtEl>
                                          <p:spTgt spid="23"/>
                                        </p:tgtEl>
                                        <p:attrNameLst>
                                          <p:attrName>ppt_x</p:attrName>
                                        </p:attrNameLst>
                                      </p:cBhvr>
                                      <p:tavLst>
                                        <p:tav tm="0">
                                          <p:val>
                                            <p:strVal val="#ppt_x+#ppt_w*1.125000"/>
                                          </p:val>
                                        </p:tav>
                                        <p:tav tm="100000">
                                          <p:val>
                                            <p:strVal val="#ppt_x"/>
                                          </p:val>
                                        </p:tav>
                                      </p:tavLst>
                                    </p:anim>
                                    <p:animEffect transition="in" filter="wipe(left)">
                                      <p:cBhvr>
                                        <p:cTn id="70" dur="500"/>
                                        <p:tgtEl>
                                          <p:spTgt spid="23"/>
                                        </p:tgtEl>
                                      </p:cBhvr>
                                    </p:animEffect>
                                  </p:childTnLst>
                                </p:cTn>
                              </p:par>
                              <p:par>
                                <p:cTn id="71" presetID="12" presetClass="entr" presetSubtype="8" fill="hold" grpId="0" nodeType="withEffect">
                                  <p:stCondLst>
                                    <p:cond delay="0"/>
                                  </p:stCondLst>
                                  <p:childTnLst>
                                    <p:set>
                                      <p:cBhvr>
                                        <p:cTn id="72" dur="1" fill="hold">
                                          <p:stCondLst>
                                            <p:cond delay="0"/>
                                          </p:stCondLst>
                                        </p:cTn>
                                        <p:tgtEl>
                                          <p:spTgt spid="39"/>
                                        </p:tgtEl>
                                        <p:attrNameLst>
                                          <p:attrName>style.visibility</p:attrName>
                                        </p:attrNameLst>
                                      </p:cBhvr>
                                      <p:to>
                                        <p:strVal val="visible"/>
                                      </p:to>
                                    </p:set>
                                    <p:anim calcmode="lin" valueType="num">
                                      <p:cBhvr additive="base">
                                        <p:cTn id="73" dur="500"/>
                                        <p:tgtEl>
                                          <p:spTgt spid="39"/>
                                        </p:tgtEl>
                                        <p:attrNameLst>
                                          <p:attrName>ppt_x</p:attrName>
                                        </p:attrNameLst>
                                      </p:cBhvr>
                                      <p:tavLst>
                                        <p:tav tm="0">
                                          <p:val>
                                            <p:strVal val="#ppt_x-#ppt_w*1.125000"/>
                                          </p:val>
                                        </p:tav>
                                        <p:tav tm="100000">
                                          <p:val>
                                            <p:strVal val="#ppt_x"/>
                                          </p:val>
                                        </p:tav>
                                      </p:tavLst>
                                    </p:anim>
                                    <p:animEffect transition="in" filter="wipe(right)">
                                      <p:cBhvr>
                                        <p:cTn id="74" dur="500"/>
                                        <p:tgtEl>
                                          <p:spTgt spid="39"/>
                                        </p:tgtEl>
                                      </p:cBhvr>
                                    </p:animEffect>
                                  </p:childTnLst>
                                </p:cTn>
                              </p:par>
                              <p:par>
                                <p:cTn id="75" presetID="12" presetClass="entr" presetSubtype="8"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 calcmode="lin" valueType="num">
                                      <p:cBhvr additive="base">
                                        <p:cTn id="77" dur="500"/>
                                        <p:tgtEl>
                                          <p:spTgt spid="25"/>
                                        </p:tgtEl>
                                        <p:attrNameLst>
                                          <p:attrName>ppt_x</p:attrName>
                                        </p:attrNameLst>
                                      </p:cBhvr>
                                      <p:tavLst>
                                        <p:tav tm="0">
                                          <p:val>
                                            <p:strVal val="#ppt_x-#ppt_w*1.125000"/>
                                          </p:val>
                                        </p:tav>
                                        <p:tav tm="100000">
                                          <p:val>
                                            <p:strVal val="#ppt_x"/>
                                          </p:val>
                                        </p:tav>
                                      </p:tavLst>
                                    </p:anim>
                                    <p:animEffect transition="in" filter="wipe(right)">
                                      <p:cBhvr>
                                        <p:cTn id="78" dur="500"/>
                                        <p:tgtEl>
                                          <p:spTgt spid="25"/>
                                        </p:tgtEl>
                                      </p:cBhvr>
                                    </p:animEffect>
                                  </p:childTnLst>
                                </p:cTn>
                              </p:par>
                              <p:par>
                                <p:cTn id="79" presetID="12" presetClass="entr" presetSubtype="2" fill="hold" grpId="0" nodeType="withEffect">
                                  <p:stCondLst>
                                    <p:cond delay="0"/>
                                  </p:stCondLst>
                                  <p:childTnLst>
                                    <p:set>
                                      <p:cBhvr>
                                        <p:cTn id="80" dur="1" fill="hold">
                                          <p:stCondLst>
                                            <p:cond delay="0"/>
                                          </p:stCondLst>
                                        </p:cTn>
                                        <p:tgtEl>
                                          <p:spTgt spid="41"/>
                                        </p:tgtEl>
                                        <p:attrNameLst>
                                          <p:attrName>style.visibility</p:attrName>
                                        </p:attrNameLst>
                                      </p:cBhvr>
                                      <p:to>
                                        <p:strVal val="visible"/>
                                      </p:to>
                                    </p:set>
                                    <p:anim calcmode="lin" valueType="num">
                                      <p:cBhvr additive="base">
                                        <p:cTn id="81" dur="500"/>
                                        <p:tgtEl>
                                          <p:spTgt spid="41"/>
                                        </p:tgtEl>
                                        <p:attrNameLst>
                                          <p:attrName>ppt_x</p:attrName>
                                        </p:attrNameLst>
                                      </p:cBhvr>
                                      <p:tavLst>
                                        <p:tav tm="0">
                                          <p:val>
                                            <p:strVal val="#ppt_x+#ppt_w*1.125000"/>
                                          </p:val>
                                        </p:tav>
                                        <p:tav tm="100000">
                                          <p:val>
                                            <p:strVal val="#ppt_x"/>
                                          </p:val>
                                        </p:tav>
                                      </p:tavLst>
                                    </p:anim>
                                    <p:animEffect transition="in" filter="wipe(left)">
                                      <p:cBhvr>
                                        <p:cTn id="82" dur="500"/>
                                        <p:tgtEl>
                                          <p:spTgt spid="41"/>
                                        </p:tgtEl>
                                      </p:cBhvr>
                                    </p:animEffect>
                                  </p:childTnLst>
                                </p:cTn>
                              </p:par>
                              <p:par>
                                <p:cTn id="83" presetID="12" presetClass="entr" presetSubtype="2" fill="hold" grpId="0" nodeType="withEffect">
                                  <p:stCondLst>
                                    <p:cond delay="0"/>
                                  </p:stCondLst>
                                  <p:childTnLst>
                                    <p:set>
                                      <p:cBhvr>
                                        <p:cTn id="84" dur="1" fill="hold">
                                          <p:stCondLst>
                                            <p:cond delay="0"/>
                                          </p:stCondLst>
                                        </p:cTn>
                                        <p:tgtEl>
                                          <p:spTgt spid="40"/>
                                        </p:tgtEl>
                                        <p:attrNameLst>
                                          <p:attrName>style.visibility</p:attrName>
                                        </p:attrNameLst>
                                      </p:cBhvr>
                                      <p:to>
                                        <p:strVal val="visible"/>
                                      </p:to>
                                    </p:set>
                                    <p:anim calcmode="lin" valueType="num">
                                      <p:cBhvr additive="base">
                                        <p:cTn id="85" dur="500"/>
                                        <p:tgtEl>
                                          <p:spTgt spid="40"/>
                                        </p:tgtEl>
                                        <p:attrNameLst>
                                          <p:attrName>ppt_x</p:attrName>
                                        </p:attrNameLst>
                                      </p:cBhvr>
                                      <p:tavLst>
                                        <p:tav tm="0">
                                          <p:val>
                                            <p:strVal val="#ppt_x+#ppt_w*1.125000"/>
                                          </p:val>
                                        </p:tav>
                                        <p:tav tm="100000">
                                          <p:val>
                                            <p:strVal val="#ppt_x"/>
                                          </p:val>
                                        </p:tav>
                                      </p:tavLst>
                                    </p:anim>
                                    <p:animEffect transition="in" filter="wipe(left)">
                                      <p:cBhvr>
                                        <p:cTn id="86" dur="500"/>
                                        <p:tgtEl>
                                          <p:spTgt spid="40"/>
                                        </p:tgtEl>
                                      </p:cBhvr>
                                    </p:animEffect>
                                  </p:childTnLst>
                                </p:cTn>
                              </p:par>
                              <p:par>
                                <p:cTn id="87" presetID="12" presetClass="entr" presetSubtype="8" fill="hold" grpId="0" nodeType="withEffect">
                                  <p:stCondLst>
                                    <p:cond delay="0"/>
                                  </p:stCondLst>
                                  <p:childTnLst>
                                    <p:set>
                                      <p:cBhvr>
                                        <p:cTn id="88" dur="1" fill="hold">
                                          <p:stCondLst>
                                            <p:cond delay="0"/>
                                          </p:stCondLst>
                                        </p:cTn>
                                        <p:tgtEl>
                                          <p:spTgt spid="43"/>
                                        </p:tgtEl>
                                        <p:attrNameLst>
                                          <p:attrName>style.visibility</p:attrName>
                                        </p:attrNameLst>
                                      </p:cBhvr>
                                      <p:to>
                                        <p:strVal val="visible"/>
                                      </p:to>
                                    </p:set>
                                    <p:anim calcmode="lin" valueType="num">
                                      <p:cBhvr additive="base">
                                        <p:cTn id="89" dur="500"/>
                                        <p:tgtEl>
                                          <p:spTgt spid="43"/>
                                        </p:tgtEl>
                                        <p:attrNameLst>
                                          <p:attrName>ppt_x</p:attrName>
                                        </p:attrNameLst>
                                      </p:cBhvr>
                                      <p:tavLst>
                                        <p:tav tm="0">
                                          <p:val>
                                            <p:strVal val="#ppt_x-#ppt_w*1.125000"/>
                                          </p:val>
                                        </p:tav>
                                        <p:tav tm="100000">
                                          <p:val>
                                            <p:strVal val="#ppt_x"/>
                                          </p:val>
                                        </p:tav>
                                      </p:tavLst>
                                    </p:anim>
                                    <p:animEffect transition="in" filter="wipe(right)">
                                      <p:cBhvr>
                                        <p:cTn id="90" dur="500"/>
                                        <p:tgtEl>
                                          <p:spTgt spid="43"/>
                                        </p:tgtEl>
                                      </p:cBhvr>
                                    </p:animEffect>
                                  </p:childTnLst>
                                </p:cTn>
                              </p:par>
                              <p:par>
                                <p:cTn id="91" presetID="12" presetClass="entr" presetSubtype="8" fill="hold" grpId="0" nodeType="withEffect">
                                  <p:stCondLst>
                                    <p:cond delay="0"/>
                                  </p:stCondLst>
                                  <p:childTnLst>
                                    <p:set>
                                      <p:cBhvr>
                                        <p:cTn id="92" dur="1" fill="hold">
                                          <p:stCondLst>
                                            <p:cond delay="0"/>
                                          </p:stCondLst>
                                        </p:cTn>
                                        <p:tgtEl>
                                          <p:spTgt spid="42"/>
                                        </p:tgtEl>
                                        <p:attrNameLst>
                                          <p:attrName>style.visibility</p:attrName>
                                        </p:attrNameLst>
                                      </p:cBhvr>
                                      <p:to>
                                        <p:strVal val="visible"/>
                                      </p:to>
                                    </p:set>
                                    <p:anim calcmode="lin" valueType="num">
                                      <p:cBhvr additive="base">
                                        <p:cTn id="93" dur="500"/>
                                        <p:tgtEl>
                                          <p:spTgt spid="42"/>
                                        </p:tgtEl>
                                        <p:attrNameLst>
                                          <p:attrName>ppt_x</p:attrName>
                                        </p:attrNameLst>
                                      </p:cBhvr>
                                      <p:tavLst>
                                        <p:tav tm="0">
                                          <p:val>
                                            <p:strVal val="#ppt_x-#ppt_w*1.125000"/>
                                          </p:val>
                                        </p:tav>
                                        <p:tav tm="100000">
                                          <p:val>
                                            <p:strVal val="#ppt_x"/>
                                          </p:val>
                                        </p:tav>
                                      </p:tavLst>
                                    </p:anim>
                                    <p:animEffect transition="in" filter="wipe(right)">
                                      <p:cBhvr>
                                        <p:cTn id="94"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p:bldP spid="24" grpId="0"/>
      <p:bldP spid="25" grpId="0"/>
      <p:bldP spid="39" grpId="0"/>
      <p:bldP spid="40" grpId="0"/>
      <p:bldP spid="41" grpId="0"/>
      <p:bldP spid="42" grpId="0"/>
      <p:bldP spid="43" grpId="0"/>
      <p:bldP spid="31" grpId="0"/>
    </p:bldLst>
  </p:timing>
</p:sld>
</file>

<file path=ppt/tags/tag1.xml><?xml version="1.0" encoding="utf-8"?>
<p:tagLst xmlns:p="http://schemas.openxmlformats.org/presentationml/2006/main">
  <p:tag name="KSO_WM_DIAGRAM_VIRTUALLY_FRAME" val="{&quot;height&quot;:262.647716535433,&quot;left&quot;:542.2025984251968,&quot;top&quot;:212.30173228346456,&quot;width&quot;:327.6725984251969}"/>
</p:tagLst>
</file>

<file path=ppt/tags/tag2.xml><?xml version="1.0" encoding="utf-8"?>
<p:tagLst xmlns:p="http://schemas.openxmlformats.org/presentationml/2006/main">
  <p:tag name="KSO_WM_DIAGRAM_VIRTUALLY_FRAME" val="{&quot;height&quot;:262.647716535433,&quot;left&quot;:542.2025984251968,&quot;top&quot;:212.30173228346456,&quot;width&quot;:327.6725984251969}"/>
</p:tagLst>
</file>

<file path=ppt/tags/tag3.xml><?xml version="1.0" encoding="utf-8"?>
<p:tagLst xmlns:p="http://schemas.openxmlformats.org/presentationml/2006/main">
  <p:tag name="KSO_WM_DIAGRAM_VIRTUALLY_FRAME" val="{&quot;height&quot;:262.647716535433,&quot;left&quot;:542.2025984251968,&quot;top&quot;:212.30173228346456,&quot;width&quot;:327.6725984251969}"/>
</p:tagLst>
</file>

<file path=ppt/tags/tag4.xml><?xml version="1.0" encoding="utf-8"?>
<p:tagLst xmlns:p="http://schemas.openxmlformats.org/presentationml/2006/main">
  <p:tag name="KSO_WM_DIAGRAM_VIRTUALLY_FRAME" val="{&quot;height&quot;:262.647716535433,&quot;left&quot;:542.2025984251968,&quot;top&quot;:212.30173228346456,&quot;width&quot;:327.6725984251969}"/>
</p:tagLst>
</file>

<file path=ppt/tags/tag5.xml><?xml version="1.0" encoding="utf-8"?>
<p:tagLst xmlns:p="http://schemas.openxmlformats.org/presentationml/2006/main">
  <p:tag name="KSO_WM_DIAGRAM_VIRTUALLY_FRAME" val="{&quot;height&quot;:262.647716535433,&quot;left&quot;:542.2025984251968,&quot;top&quot;:212.30173228346456,&quot;width&quot;:327.6725984251969}"/>
</p:tagLst>
</file>

<file path=ppt/tags/tag6.xml><?xml version="1.0" encoding="utf-8"?>
<p:tagLst xmlns:p="http://schemas.openxmlformats.org/presentationml/2006/main">
  <p:tag name="KSO_WM_DIAGRAM_VIRTUALLY_FRAME" val="{&quot;height&quot;:262.647716535433,&quot;left&quot;:542.2025984251968,&quot;top&quot;:212.30173228346456,&quot;width&quot;:327.6725984251969}"/>
</p:tagLst>
</file>

<file path=ppt/tags/tag7.xml><?xml version="1.0" encoding="utf-8"?>
<p:tagLst xmlns:p="http://schemas.openxmlformats.org/presentationml/2006/main">
  <p:tag name="KSO_WM_DIAGRAM_VIRTUALLY_FRAME" val="{&quot;height&quot;:262.647716535433,&quot;left&quot;:542.2025984251968,&quot;top&quot;:212.30173228346456,&quot;width&quot;:327.6725984251969}"/>
</p:tagLst>
</file>

<file path=ppt/tags/tag8.xml><?xml version="1.0" encoding="utf-8"?>
<p:tagLst xmlns:p="http://schemas.openxmlformats.org/presentationml/2006/main">
  <p:tag name="KSO_WM_DIAGRAM_VIRTUALLY_FRAME" val="{&quot;height&quot;:262.647716535433,&quot;left&quot;:542.2025984251968,&quot;top&quot;:212.30173228346456,&quot;width&quot;:327.6725984251969}"/>
</p:tagLst>
</file>

<file path=ppt/tags/tag9.xml><?xml version="1.0" encoding="utf-8"?>
<p:tagLst xmlns:p="http://schemas.openxmlformats.org/presentationml/2006/main">
  <p:tag name="KSO_WM_DIAGRAM_VIRTUALLY_FRAME" val="{&quot;height&quot;:369.40448818897636,&quot;left&quot;:205.28787401574806,&quot;top&quot;:140.83196850393702,&quot;width&quot;:704.4608661417321}"/>
</p:tagLst>
</file>

<file path=ppt/tags/tag10.xml><?xml version="1.0" encoding="utf-8"?>
<p:tagLst xmlns:p="http://schemas.openxmlformats.org/presentationml/2006/main">
  <p:tag name="KSO_WM_DIAGRAM_VIRTUALLY_FRAME" val="{&quot;height&quot;:369.40448818897636,&quot;left&quot;:205.28787401574806,&quot;top&quot;:140.83196850393702,&quot;width&quot;:704.4608661417321}"/>
</p:tagLst>
</file>

<file path=ppt/tags/tag11.xml><?xml version="1.0" encoding="utf-8"?>
<p:tagLst xmlns:p="http://schemas.openxmlformats.org/presentationml/2006/main">
  <p:tag name="KSO_WM_DIAGRAM_VIRTUALLY_FRAME" val="{&quot;height&quot;:369.40448818897636,&quot;left&quot;:205.28787401574806,&quot;top&quot;:140.83196850393702,&quot;width&quot;:704.4608661417321}"/>
</p:tagLst>
</file>

<file path=ppt/tags/tag12.xml><?xml version="1.0" encoding="utf-8"?>
<p:tagLst xmlns:p="http://schemas.openxmlformats.org/presentationml/2006/main">
  <p:tag name="KSO_WM_DIAGRAM_VIRTUALLY_FRAME" val="{&quot;height&quot;:369.40448818897636,&quot;left&quot;:205.28787401574806,&quot;top&quot;:140.83196850393702,&quot;width&quot;:704.4608661417321}"/>
</p:tagLst>
</file>

<file path=ppt/tags/tag13.xml><?xml version="1.0" encoding="utf-8"?>
<p:tagLst xmlns:p="http://schemas.openxmlformats.org/presentationml/2006/main">
  <p:tag name="KSO_WM_DIAGRAM_VIRTUALLY_FRAME" val="{&quot;height&quot;:369.40448818897636,&quot;left&quot;:205.28787401574806,&quot;top&quot;:140.83196850393702,&quot;width&quot;:704.4608661417321}"/>
</p:tagLst>
</file>

<file path=ppt/tags/tag14.xml><?xml version="1.0" encoding="utf-8"?>
<p:tagLst xmlns:p="http://schemas.openxmlformats.org/presentationml/2006/main">
  <p:tag name="KSO_WM_DIAGRAM_VIRTUALLY_FRAME" val="{&quot;height&quot;:369.40448818897636,&quot;left&quot;:205.28787401574806,&quot;top&quot;:140.83196850393702,&quot;width&quot;:704.4608661417321}"/>
</p:tagLst>
</file>

<file path=ppt/tags/tag15.xml><?xml version="1.0" encoding="utf-8"?>
<p:tagLst xmlns:p="http://schemas.openxmlformats.org/presentationml/2006/main">
  <p:tag name="KSO_WM_DIAGRAM_VIRTUALLY_FRAME" val="{&quot;height&quot;:369.40448818897636,&quot;left&quot;:205.28787401574806,&quot;top&quot;:140.83196850393702,&quot;width&quot;:704.4608661417321}"/>
</p:tagLst>
</file>

<file path=ppt/tags/tag16.xml><?xml version="1.0" encoding="utf-8"?>
<p:tagLst xmlns:p="http://schemas.openxmlformats.org/presentationml/2006/main">
  <p:tag name="KSO_WM_DIAGRAM_VIRTUALLY_FRAME" val="{&quot;height&quot;:369.40448818897636,&quot;left&quot;:205.28787401574806,&quot;top&quot;:140.83196850393702,&quot;width&quot;:704.4608661417321}"/>
</p:tagLst>
</file>

<file path=ppt/tags/tag17.xml><?xml version="1.0" encoding="utf-8"?>
<p:tagLst xmlns:p="http://schemas.openxmlformats.org/presentationml/2006/main">
  <p:tag name="KSO_WM_DIAGRAM_VIRTUALLY_FRAME" val="{&quot;height&quot;:369.40448818897636,&quot;left&quot;:205.28787401574806,&quot;top&quot;:140.83196850393702,&quot;width&quot;:704.4608661417321}"/>
</p:tagLst>
</file>

<file path=ppt/tags/tag18.xml><?xml version="1.0" encoding="utf-8"?>
<p:tagLst xmlns:p="http://schemas.openxmlformats.org/presentationml/2006/main">
  <p:tag name="KSO_WM_DIAGRAM_VIRTUALLY_FRAME" val="{&quot;height&quot;:369.40448818897636,&quot;left&quot;:205.28787401574806,&quot;top&quot;:140.83196850393702,&quot;width&quot;:704.4608661417321}"/>
</p:tagLst>
</file>

<file path=ppt/tags/tag19.xml><?xml version="1.0" encoding="utf-8"?>
<p:tagLst xmlns:p="http://schemas.openxmlformats.org/presentationml/2006/main">
  <p:tag name="KSO_WM_DIAGRAM_VIRTUALLY_FRAME" val="{&quot;height&quot;:369.40448818897636,&quot;left&quot;:205.28787401574806,&quot;top&quot;:140.83196850393702,&quot;width&quot;:704.4608661417321}"/>
</p:tagLst>
</file>

<file path=ppt/tags/tag20.xml><?xml version="1.0" encoding="utf-8"?>
<p:tagLst xmlns:p="http://schemas.openxmlformats.org/presentationml/2006/main">
  <p:tag name="KSO_WM_DIAGRAM_VIRTUALLY_FRAME" val="{&quot;height&quot;:369.40448818897636,&quot;left&quot;:205.28787401574806,&quot;top&quot;:140.83196850393702,&quot;width&quot;:704.4608661417321}"/>
</p:tagLst>
</file>

<file path=ppt/tags/tag21.xml><?xml version="1.0" encoding="utf-8"?>
<p:tagLst xmlns:p="http://schemas.openxmlformats.org/presentationml/2006/main">
  <p:tag name="KSO_WM_DIAGRAM_VIRTUALLY_FRAME" val="{&quot;height&quot;:369.40448818897636,&quot;left&quot;:205.28787401574806,&quot;top&quot;:140.83196850393702,&quot;width&quot;:704.4608661417321}"/>
</p:tagLst>
</file>

<file path=ppt/tags/tag22.xml><?xml version="1.0" encoding="utf-8"?>
<p:tagLst xmlns:p="http://schemas.openxmlformats.org/presentationml/2006/main">
  <p:tag name="KSO_WM_DIAGRAM_VIRTUALLY_FRAME" val="{&quot;height&quot;:369.40448818897636,&quot;left&quot;:205.28787401574806,&quot;top&quot;:140.83196850393702,&quot;width&quot;:704.4608661417321}"/>
</p:tagLst>
</file>

<file path=ppt/tags/tag23.xml><?xml version="1.0" encoding="utf-8"?>
<p:tagLst xmlns:p="http://schemas.openxmlformats.org/presentationml/2006/main">
  <p:tag name="KSO_WM_DIAGRAM_VIRTUALLY_FRAME" val="{&quot;height&quot;:369.40448818897636,&quot;left&quot;:205.28787401574806,&quot;top&quot;:140.83196850393702,&quot;width&quot;:704.4608661417321}"/>
</p:tagLst>
</file>

<file path=ppt/tags/tag24.xml><?xml version="1.0" encoding="utf-8"?>
<p:tagLst xmlns:p="http://schemas.openxmlformats.org/presentationml/2006/main">
  <p:tag name="KSO_WM_DIAGRAM_VIRTUALLY_FRAME" val="{&quot;height&quot;:333.4846456692913,&quot;left&quot;:205.28787401574806,&quot;top&quot;:140.83196850393702,&quot;width&quot;:704.4608661417321}"/>
</p:tagLst>
</file>

<file path=ppt/tags/tag25.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26.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27.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28.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29.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30.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31.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32.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33.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34.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35.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36.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37.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38.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39.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40.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41.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42.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43.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44.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45.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46.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47.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48.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49.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50.xml><?xml version="1.0" encoding="utf-8"?>
<p:tagLst xmlns:p="http://schemas.openxmlformats.org/presentationml/2006/main">
  <p:tag name="KSO_WM_DIAGRAM_VIRTUALLY_FRAME" val="{&quot;height&quot;:318.59057795107367,&quot;left&quot;:214.985905511811,&quot;top&quot;:136.32950078908377,&quot;width&quot;:683.4929921259843}"/>
</p:tagLst>
</file>

<file path=ppt/tags/tag51.xml><?xml version="1.0" encoding="utf-8"?>
<p:tagLst xmlns:p="http://schemas.openxmlformats.org/presentationml/2006/main">
  <p:tag name="KSO_WM_DIAGRAM_VIRTUALLY_FRAME" val="{&quot;height&quot;:255.2277165354331,&quot;left&quot;:177.5192913385827,&quot;top&quot;:165.07047244094488,&quot;width&quot;:737.3855118110235}"/>
</p:tagLst>
</file>

<file path=ppt/tags/tag52.xml><?xml version="1.0" encoding="utf-8"?>
<p:tagLst xmlns:p="http://schemas.openxmlformats.org/presentationml/2006/main">
  <p:tag name="KSO_WM_DIAGRAM_VIRTUALLY_FRAME" val="{&quot;height&quot;:255.2277165354331,&quot;left&quot;:177.5192913385827,&quot;top&quot;:165.07047244094488,&quot;width&quot;:737.3855118110235}"/>
</p:tagLst>
</file>

<file path=ppt/tags/tag53.xml><?xml version="1.0" encoding="utf-8"?>
<p:tagLst xmlns:p="http://schemas.openxmlformats.org/presentationml/2006/main">
  <p:tag name="KSO_WM_DIAGRAM_VIRTUALLY_FRAME" val="{&quot;height&quot;:255.2277165354331,&quot;left&quot;:177.5192913385827,&quot;top&quot;:165.07047244094488,&quot;width&quot;:737.3855118110235}"/>
</p:tagLst>
</file>

<file path=ppt/tags/tag54.xml><?xml version="1.0" encoding="utf-8"?>
<p:tagLst xmlns:p="http://schemas.openxmlformats.org/presentationml/2006/main">
  <p:tag name="KSO_WM_DIAGRAM_VIRTUALLY_FRAME" val="{&quot;height&quot;:255.2277165354331,&quot;left&quot;:177.5192913385827,&quot;top&quot;:165.07047244094488,&quot;width&quot;:737.3855118110235}"/>
</p:tagLst>
</file>

<file path=ppt/tags/tag55.xml><?xml version="1.0" encoding="utf-8"?>
<p:tagLst xmlns:p="http://schemas.openxmlformats.org/presentationml/2006/main">
  <p:tag name="KSO_WM_DIAGRAM_VIRTUALLY_FRAME" val="{&quot;height&quot;:255.2277165354331,&quot;left&quot;:177.5192913385827,&quot;top&quot;:165.07047244094488,&quot;width&quot;:737.3855118110235}"/>
</p:tagLst>
</file>

<file path=ppt/tags/tag56.xml><?xml version="1.0" encoding="utf-8"?>
<p:tagLst xmlns:p="http://schemas.openxmlformats.org/presentationml/2006/main">
  <p:tag name="KSO_WM_DIAGRAM_VIRTUALLY_FRAME" val="{&quot;height&quot;:255.2277165354331,&quot;left&quot;:177.5192913385827,&quot;top&quot;:165.07047244094488,&quot;width&quot;:737.3855118110235}"/>
</p:tagLst>
</file>

<file path=ppt/tags/tag57.xml><?xml version="1.0" encoding="utf-8"?>
<p:tagLst xmlns:p="http://schemas.openxmlformats.org/presentationml/2006/main">
  <p:tag name="KSO_WM_DIAGRAM_VIRTUALLY_FRAME" val="{&quot;height&quot;:255.2277165354331,&quot;left&quot;:177.5192913385827,&quot;top&quot;:165.07047244094488,&quot;width&quot;:737.3855118110235}"/>
</p:tagLst>
</file>

<file path=ppt/tags/tag58.xml><?xml version="1.0" encoding="utf-8"?>
<p:tagLst xmlns:p="http://schemas.openxmlformats.org/presentationml/2006/main">
  <p:tag name="KSO_WM_DIAGRAM_VIRTUALLY_FRAME" val="{&quot;height&quot;:255.2277165354331,&quot;left&quot;:177.5192913385827,&quot;top&quot;:165.07047244094488,&quot;width&quot;:737.3855118110235}"/>
</p:tagLst>
</file>

<file path=ppt/tags/tag59.xml><?xml version="1.0" encoding="utf-8"?>
<p:tagLst xmlns:p="http://schemas.openxmlformats.org/presentationml/2006/main">
  <p:tag name="KSO_WM_DIAGRAM_VIRTUALLY_FRAME" val="{&quot;height&quot;:255.2277165354331,&quot;left&quot;:177.5192913385827,&quot;top&quot;:165.07047244094488,&quot;width&quot;:737.3855118110235}"/>
</p:tagLst>
</file>

<file path=ppt/tags/tag60.xml><?xml version="1.0" encoding="utf-8"?>
<p:tagLst xmlns:p="http://schemas.openxmlformats.org/presentationml/2006/main">
  <p:tag name="KSO_WM_DIAGRAM_VIRTUALLY_FRAME" val="{&quot;height&quot;:255.2277165354331,&quot;left&quot;:177.5192913385827,&quot;top&quot;:165.07047244094488,&quot;width&quot;:737.3855118110235}"/>
</p:tagLst>
</file>

<file path=ppt/tags/tag61.xml><?xml version="1.0" encoding="utf-8"?>
<p:tagLst xmlns:p="http://schemas.openxmlformats.org/presentationml/2006/main">
  <p:tag name="KSO_WM_DIAGRAM_VIRTUALLY_FRAME" val="{&quot;height&quot;:255.2277165354331,&quot;left&quot;:177.5192913385827,&quot;top&quot;:165.07047244094488,&quot;width&quot;:737.3855118110235}"/>
</p:tagLst>
</file>

<file path=ppt/tags/tag62.xml><?xml version="1.0" encoding="utf-8"?>
<p:tagLst xmlns:p="http://schemas.openxmlformats.org/presentationml/2006/main">
  <p:tag name="KSO_WM_DIAGRAM_VIRTUALLY_FRAME" val="{&quot;height&quot;:255.2277165354331,&quot;left&quot;:177.5192913385827,&quot;top&quot;:165.07047244094488,&quot;width&quot;:737.3855118110235}"/>
</p:tagLst>
</file>

<file path=ppt/tags/tag63.xml><?xml version="1.0" encoding="utf-8"?>
<p:tagLst xmlns:p="http://schemas.openxmlformats.org/presentationml/2006/main">
  <p:tag name="KSO_WM_DIAGRAM_VIRTUALLY_FRAME" val="{&quot;height&quot;:255.2277165354331,&quot;left&quot;:177.5192913385827,&quot;top&quot;:165.07047244094488,&quot;width&quot;:737.3855118110235}"/>
</p:tagLst>
</file>

<file path=ppt/tags/tag64.xml><?xml version="1.0" encoding="utf-8"?>
<p:tagLst xmlns:p="http://schemas.openxmlformats.org/presentationml/2006/main">
  <p:tag name="KSO_WM_DIAGRAM_VIRTUALLY_FRAME" val="{&quot;height&quot;:255.2277165354331,&quot;left&quot;:177.5192913385827,&quot;top&quot;:165.07047244094488,&quot;width&quot;:737.3855118110235}"/>
</p:tagLst>
</file>

<file path=ppt/tags/tag65.xml><?xml version="1.0" encoding="utf-8"?>
<p:tagLst xmlns:p="http://schemas.openxmlformats.org/presentationml/2006/main">
  <p:tag name="KSO_WM_DIAGRAM_VIRTUALLY_FRAME" val="{&quot;height&quot;:255.2277165354331,&quot;left&quot;:177.5192913385827,&quot;top&quot;:165.07047244094488,&quot;width&quot;:737.3855118110235}"/>
</p:tagLst>
</file>

<file path=ppt/tags/tag66.xml><?xml version="1.0" encoding="utf-8"?>
<p:tagLst xmlns:p="http://schemas.openxmlformats.org/presentationml/2006/main">
  <p:tag name="KSO_WM_DIAGRAM_VIRTUALLY_FRAME" val="{&quot;height&quot;:255.2277165354331,&quot;left&quot;:177.5192913385827,&quot;top&quot;:165.07047244094488,&quot;width&quot;:737.3855118110235}"/>
</p:tagLst>
</file>

<file path=ppt/tags/tag67.xml><?xml version="1.0" encoding="utf-8"?>
<p:tagLst xmlns:p="http://schemas.openxmlformats.org/presentationml/2006/main">
  <p:tag name="ISPRING_RESOURCE_PATHS_HASH_PRESENTER" val="1cfe325ac88af4cb1e315171a86c19382325f4f"/>
  <p:tag name="ISPRING_PRESENTATION_TITLE" val="绿色简约网络专业学术研究答辩PPT模板"/>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1299</Words>
  <Application>WPS 演示</Application>
  <PresentationFormat>宽屏</PresentationFormat>
  <Paragraphs>76</Paragraphs>
  <Slides>5</Slides>
  <Notes>38</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5</vt:i4>
      </vt:variant>
    </vt:vector>
  </HeadingPairs>
  <TitlesOfParts>
    <vt:vector size="23" baseType="lpstr">
      <vt:lpstr>Arial</vt:lpstr>
      <vt:lpstr>宋体</vt:lpstr>
      <vt:lpstr>Wingdings</vt:lpstr>
      <vt:lpstr>Arial Unicode MS</vt:lpstr>
      <vt:lpstr>微软雅黑</vt:lpstr>
      <vt:lpstr>字魂58号-创中黑</vt:lpstr>
      <vt:lpstr>黑体</vt:lpstr>
      <vt:lpstr>Calibri</vt:lpstr>
      <vt:lpstr>Times New Roman</vt:lpstr>
      <vt:lpstr>UKIJ Qolyazma</vt:lpstr>
      <vt:lpstr>Arial Unicode MS</vt:lpstr>
      <vt:lpstr>Calibri Light</vt:lpstr>
      <vt:lpstr>华文黑体</vt:lpstr>
      <vt:lpstr>Open Sans</vt:lpstr>
      <vt:lpstr>TeXGyreAdventor</vt:lpstr>
      <vt:lpstr>Microsoft YaHei UI</vt:lpstr>
      <vt:lpstr>Segoe Print</vt:lpstr>
      <vt:lpstr>Office 主题</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绿色简约网络专业学术研究答辩PPT模板</dc:title>
  <dc:creator>.</dc:creator>
  <cp:keywords>林雨欣</cp:keywords>
  <dc:description>BOSSPPT致力于提供高质量，有品质的模板，拒绝垃圾模板！
本模板由bossppt设计师制作或制作师二次制作整理，bossppt为此花费了大量心血。
如果非本店购买，请直接向盗版店进行索赔。
本店淘宝唯一购买网址：https://chinappt.taobao.com</dc:description>
  <dc:subject>BOSSPPT 2017-2018</dc:subject>
  <cp:lastModifiedBy>innerpeace</cp:lastModifiedBy>
  <cp:revision>16</cp:revision>
  <dcterms:created xsi:type="dcterms:W3CDTF">2014-10-29T09:18:00Z</dcterms:created>
  <dcterms:modified xsi:type="dcterms:W3CDTF">2025-11-24T07:49:34Z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95B9BE19FA9D490A8ECF9AE6E2849F7B_13</vt:lpwstr>
  </property>
  <property fmtid="{D5CDD505-2E9C-101B-9397-08002B2CF9AE}" pid="3" name="KSOProductBuildVer">
    <vt:lpwstr>2052-12.1.0.23542</vt:lpwstr>
  </property>
</Properties>
</file>